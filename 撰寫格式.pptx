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4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70" r:id="rId4"/>
    <p:sldId id="271" r:id="rId5"/>
    <p:sldId id="272" r:id="rId6"/>
    <p:sldId id="2147471022" r:id="rId7"/>
    <p:sldId id="273" r:id="rId8"/>
    <p:sldId id="2147471021" r:id="rId9"/>
  </p:sldIdLst>
  <p:sldSz cx="9144000" cy="5143500" type="screen16x9"/>
  <p:notesSz cx="6807200" cy="9939338"/>
  <p:embeddedFontLst>
    <p:embeddedFont>
      <p:font typeface="ＭＳ Ｐゴシック" panose="020B0600070205080204" pitchFamily="34" charset="-128"/>
      <p:regular r:id="rId12"/>
    </p:embeddedFont>
    <p:embeddedFont>
      <p:font typeface="Poiret One" panose="00000500000000000000" pitchFamily="2" charset="0"/>
      <p:regular r:id="rId13"/>
    </p:embeddedFont>
    <p:embeddedFont>
      <p:font typeface="Roboto Light" panose="02000000000000000000" pitchFamily="2" charset="0"/>
      <p:regular r:id="rId14"/>
      <p:italic r:id="rId15"/>
    </p:embeddedFont>
    <p:embeddedFont>
      <p:font typeface="微軟正黑體" panose="020B0604030504040204" pitchFamily="34" charset="-120"/>
      <p:regular r:id="rId16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948"/>
    <a:srgbClr val="1D418E"/>
    <a:srgbClr val="4C6FFF"/>
    <a:srgbClr val="004B9E"/>
    <a:srgbClr val="FFA300"/>
    <a:srgbClr val="4D6FFF"/>
    <a:srgbClr val="4F81BD"/>
    <a:srgbClr val="6699FF"/>
    <a:srgbClr val="99CCFF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9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4" d="100"/>
          <a:sy n="94" d="100"/>
        </p:scale>
        <p:origin x="4461" y="6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19D5CAAD-C471-45F7-B37C-1D03CC823B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8298CA5-6A6B-4DC4-B10D-50BE178CB4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16DC1E-6DD2-4D8C-A545-BE4BD3DD9ABC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24C1117-838A-44E5-8B47-56011A0681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AE2325-EBF5-4221-845A-B8BC212275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963C8B-1D92-4414-B150-EC185F0AA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14424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7ADCC-CB8F-4688-B875-5E999238DCB9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D26978-CB1A-4C1F-98CD-DBB79831E4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757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9700" y="768350"/>
            <a:ext cx="6819900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備忘稿版面配置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434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7F4E064F-07D1-4C0E-A52E-1703E9AC20BF}" type="slidenum">
              <a:rPr lang="zh-TW" altLang="en-US">
                <a:latin typeface="Arial" charset="0"/>
              </a:rPr>
              <a:pPr eaLnBrk="1" hangingPunct="1"/>
              <a:t>2</a:t>
            </a:fld>
            <a:endParaRPr lang="en-US" altLang="zh-TW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9700" y="768350"/>
            <a:ext cx="6819900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備忘稿版面配置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434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7F4E064F-07D1-4C0E-A52E-1703E9AC20BF}" type="slidenum">
              <a:rPr lang="zh-TW" altLang="en-US">
                <a:latin typeface="Arial" charset="0"/>
              </a:rPr>
              <a:pPr eaLnBrk="1" hangingPunct="1"/>
              <a:t>3</a:t>
            </a:fld>
            <a:endParaRPr lang="en-US" altLang="zh-TW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9700" y="768350"/>
            <a:ext cx="6819900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備忘稿版面配置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434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7F4E064F-07D1-4C0E-A52E-1703E9AC20BF}" type="slidenum">
              <a:rPr lang="zh-TW" altLang="en-US">
                <a:latin typeface="Arial" charset="0"/>
              </a:rPr>
              <a:pPr eaLnBrk="1" hangingPunct="1"/>
              <a:t>4</a:t>
            </a:fld>
            <a:endParaRPr lang="en-US" altLang="zh-TW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9700" y="768350"/>
            <a:ext cx="6819900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備忘稿版面配置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434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7F4E064F-07D1-4C0E-A52E-1703E9AC20BF}" type="slidenum">
              <a:rPr lang="zh-TW" altLang="en-US">
                <a:latin typeface="Arial" charset="0"/>
              </a:rPr>
              <a:pPr eaLnBrk="1" hangingPunct="1"/>
              <a:t>5</a:t>
            </a:fld>
            <a:endParaRPr lang="en-US" altLang="zh-TW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9700" y="768350"/>
            <a:ext cx="6819900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備忘稿版面配置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434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 defTabSz="49530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95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7F4E064F-07D1-4C0E-A52E-1703E9AC20BF}" type="slidenum">
              <a:rPr lang="zh-TW" altLang="en-US">
                <a:latin typeface="Arial" charset="0"/>
              </a:rPr>
              <a:pPr eaLnBrk="1" hangingPunct="1"/>
              <a:t>7</a:t>
            </a:fld>
            <a:endParaRPr lang="en-US" altLang="zh-TW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26978-CB1A-4C1F-98CD-DBB79831E43B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2249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形 2">
            <a:extLst>
              <a:ext uri="{FF2B5EF4-FFF2-40B4-BE49-F238E27FC236}">
                <a16:creationId xmlns:a16="http://schemas.microsoft.com/office/drawing/2014/main" id="{784D706C-1FE3-D2A4-1938-9D3FB9F9CF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959" y="509888"/>
            <a:ext cx="1620000" cy="281912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F30EA4B6-1EA5-CAD2-7D92-D816D026C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620" y="1433376"/>
            <a:ext cx="6575285" cy="1790700"/>
          </a:xfrm>
        </p:spPr>
        <p:txBody>
          <a:bodyPr anchor="ctr">
            <a:normAutofit/>
          </a:bodyPr>
          <a:lstStyle>
            <a:lvl1pPr algn="l">
              <a:lnSpc>
                <a:spcPct val="150000"/>
              </a:lnSpc>
              <a:defRPr sz="2800" b="1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文字版面配置區 9">
            <a:extLst>
              <a:ext uri="{FF2B5EF4-FFF2-40B4-BE49-F238E27FC236}">
                <a16:creationId xmlns:a16="http://schemas.microsoft.com/office/drawing/2014/main" id="{5AB66D1F-A2DD-022A-5025-4D3881B08E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1361" y="3723659"/>
            <a:ext cx="4137025" cy="1064241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58819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/>
          <p:nvPr userDrawn="1"/>
        </p:nvSpPr>
        <p:spPr>
          <a:xfrm>
            <a:off x="8588710" y="4882300"/>
            <a:ext cx="555290" cy="1388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560" y="224043"/>
            <a:ext cx="7876108" cy="480600"/>
          </a:xfrm>
        </p:spPr>
        <p:txBody>
          <a:bodyPr lIns="0"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/>
          <p:nvPr userDrawn="1"/>
        </p:nvSpPr>
        <p:spPr>
          <a:xfrm>
            <a:off x="1" y="-2926"/>
            <a:ext cx="90776" cy="2734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 dirty="0">
              <a:solidFill>
                <a:srgbClr val="134B8C"/>
              </a:solidFill>
            </a:endParaRP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FAE8859D-5841-C17D-0687-54182E190BB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68308" y="221170"/>
            <a:ext cx="731520" cy="127950"/>
            <a:chOff x="189000" y="4768780"/>
            <a:chExt cx="1065292" cy="186331"/>
          </a:xfrm>
          <a:solidFill>
            <a:schemeClr val="accent1"/>
          </a:solidFill>
        </p:grpSpPr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D067D35E-DB98-1A2F-C350-F063DC9DD142}"/>
                </a:ext>
              </a:extLst>
            </p:cNvPr>
            <p:cNvSpPr/>
            <p:nvPr/>
          </p:nvSpPr>
          <p:spPr>
            <a:xfrm>
              <a:off x="761892" y="4807135"/>
              <a:ext cx="125017" cy="147642"/>
            </a:xfrm>
            <a:custGeom>
              <a:avLst/>
              <a:gdLst>
                <a:gd name="connsiteX0" fmla="*/ 72709 w 125017"/>
                <a:gd name="connsiteY0" fmla="*/ 57089 h 147642"/>
                <a:gd name="connsiteX1" fmla="*/ 49307 w 125017"/>
                <a:gd name="connsiteY1" fmla="*/ 50141 h 147642"/>
                <a:gd name="connsiteX2" fmla="*/ 43692 w 125017"/>
                <a:gd name="connsiteY2" fmla="*/ 42080 h 147642"/>
                <a:gd name="connsiteX3" fmla="*/ 48195 w 125017"/>
                <a:gd name="connsiteY3" fmla="*/ 33575 h 147642"/>
                <a:gd name="connsiteX4" fmla="*/ 59813 w 125017"/>
                <a:gd name="connsiteY4" fmla="*/ 30296 h 147642"/>
                <a:gd name="connsiteX5" fmla="*/ 70764 w 125017"/>
                <a:gd name="connsiteY5" fmla="*/ 33242 h 147642"/>
                <a:gd name="connsiteX6" fmla="*/ 76545 w 125017"/>
                <a:gd name="connsiteY6" fmla="*/ 42025 h 147642"/>
                <a:gd name="connsiteX7" fmla="*/ 117069 w 125017"/>
                <a:gd name="connsiteY7" fmla="*/ 42025 h 147642"/>
                <a:gd name="connsiteX8" fmla="*/ 99614 w 125017"/>
                <a:gd name="connsiteY8" fmla="*/ 12063 h 147642"/>
                <a:gd name="connsiteX9" fmla="*/ 61036 w 125017"/>
                <a:gd name="connsiteY9" fmla="*/ 0 h 147642"/>
                <a:gd name="connsiteX10" fmla="*/ 18956 w 125017"/>
                <a:gd name="connsiteY10" fmla="*/ 12174 h 147642"/>
                <a:gd name="connsiteX11" fmla="*/ 2557 w 125017"/>
                <a:gd name="connsiteY11" fmla="*/ 43581 h 147642"/>
                <a:gd name="connsiteX12" fmla="*/ 16676 w 125017"/>
                <a:gd name="connsiteY12" fmla="*/ 69652 h 147642"/>
                <a:gd name="connsiteX13" fmla="*/ 57867 w 125017"/>
                <a:gd name="connsiteY13" fmla="*/ 86718 h 147642"/>
                <a:gd name="connsiteX14" fmla="*/ 77156 w 125017"/>
                <a:gd name="connsiteY14" fmla="*/ 93777 h 147642"/>
                <a:gd name="connsiteX15" fmla="*/ 83938 w 125017"/>
                <a:gd name="connsiteY15" fmla="*/ 103783 h 147642"/>
                <a:gd name="connsiteX16" fmla="*/ 78491 w 125017"/>
                <a:gd name="connsiteY16" fmla="*/ 113511 h 147642"/>
                <a:gd name="connsiteX17" fmla="*/ 64538 w 125017"/>
                <a:gd name="connsiteY17" fmla="*/ 117291 h 147642"/>
                <a:gd name="connsiteX18" fmla="*/ 49974 w 125017"/>
                <a:gd name="connsiteY18" fmla="*/ 112733 h 147642"/>
                <a:gd name="connsiteX19" fmla="*/ 42525 w 125017"/>
                <a:gd name="connsiteY19" fmla="*/ 99392 h 147642"/>
                <a:gd name="connsiteX20" fmla="*/ 0 w 125017"/>
                <a:gd name="connsiteY20" fmla="*/ 99392 h 147642"/>
                <a:gd name="connsiteX21" fmla="*/ 18900 w 125017"/>
                <a:gd name="connsiteY21" fmla="*/ 134301 h 147642"/>
                <a:gd name="connsiteX22" fmla="*/ 63815 w 125017"/>
                <a:gd name="connsiteY22" fmla="*/ 147642 h 147642"/>
                <a:gd name="connsiteX23" fmla="*/ 107841 w 125017"/>
                <a:gd name="connsiteY23" fmla="*/ 134412 h 147642"/>
                <a:gd name="connsiteX24" fmla="*/ 125018 w 125017"/>
                <a:gd name="connsiteY24" fmla="*/ 100392 h 147642"/>
                <a:gd name="connsiteX25" fmla="*/ 111677 w 125017"/>
                <a:gd name="connsiteY25" fmla="*/ 73821 h 147642"/>
                <a:gd name="connsiteX26" fmla="*/ 72821 w 125017"/>
                <a:gd name="connsiteY26" fmla="*/ 57145 h 147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5017" h="147642">
                  <a:moveTo>
                    <a:pt x="72709" y="57089"/>
                  </a:moveTo>
                  <a:cubicBezTo>
                    <a:pt x="62092" y="54476"/>
                    <a:pt x="53031" y="52197"/>
                    <a:pt x="49307" y="50141"/>
                  </a:cubicBezTo>
                  <a:cubicBezTo>
                    <a:pt x="45582" y="48139"/>
                    <a:pt x="43692" y="45416"/>
                    <a:pt x="43692" y="42080"/>
                  </a:cubicBezTo>
                  <a:cubicBezTo>
                    <a:pt x="43692" y="38745"/>
                    <a:pt x="45193" y="35743"/>
                    <a:pt x="48195" y="33575"/>
                  </a:cubicBezTo>
                  <a:cubicBezTo>
                    <a:pt x="51197" y="31407"/>
                    <a:pt x="55088" y="30296"/>
                    <a:pt x="59813" y="30296"/>
                  </a:cubicBezTo>
                  <a:cubicBezTo>
                    <a:pt x="64260" y="30296"/>
                    <a:pt x="67929" y="31296"/>
                    <a:pt x="70764" y="33242"/>
                  </a:cubicBezTo>
                  <a:cubicBezTo>
                    <a:pt x="73599" y="35187"/>
                    <a:pt x="75544" y="38134"/>
                    <a:pt x="76545" y="42025"/>
                  </a:cubicBezTo>
                  <a:lnTo>
                    <a:pt x="117069" y="42025"/>
                  </a:lnTo>
                  <a:cubicBezTo>
                    <a:pt x="116179" y="30073"/>
                    <a:pt x="110343" y="20123"/>
                    <a:pt x="99614" y="12063"/>
                  </a:cubicBezTo>
                  <a:cubicBezTo>
                    <a:pt x="88886" y="4002"/>
                    <a:pt x="75989" y="0"/>
                    <a:pt x="61036" y="0"/>
                  </a:cubicBezTo>
                  <a:cubicBezTo>
                    <a:pt x="43915" y="0"/>
                    <a:pt x="29906" y="4058"/>
                    <a:pt x="18956" y="12174"/>
                  </a:cubicBezTo>
                  <a:cubicBezTo>
                    <a:pt x="8005" y="20290"/>
                    <a:pt x="2557" y="30740"/>
                    <a:pt x="2557" y="43581"/>
                  </a:cubicBezTo>
                  <a:cubicBezTo>
                    <a:pt x="2557" y="54365"/>
                    <a:pt x="8505" y="63037"/>
                    <a:pt x="16676" y="69652"/>
                  </a:cubicBezTo>
                  <a:cubicBezTo>
                    <a:pt x="24959" y="76323"/>
                    <a:pt x="38689" y="81993"/>
                    <a:pt x="57867" y="86718"/>
                  </a:cubicBezTo>
                  <a:cubicBezTo>
                    <a:pt x="67373" y="89052"/>
                    <a:pt x="73821" y="91443"/>
                    <a:pt x="77156" y="93777"/>
                  </a:cubicBezTo>
                  <a:cubicBezTo>
                    <a:pt x="80436" y="96112"/>
                    <a:pt x="83938" y="99447"/>
                    <a:pt x="83938" y="103783"/>
                  </a:cubicBezTo>
                  <a:cubicBezTo>
                    <a:pt x="83938" y="107786"/>
                    <a:pt x="82104" y="111010"/>
                    <a:pt x="78491" y="113511"/>
                  </a:cubicBezTo>
                  <a:cubicBezTo>
                    <a:pt x="74822" y="116013"/>
                    <a:pt x="70208" y="117291"/>
                    <a:pt x="64538" y="117291"/>
                  </a:cubicBezTo>
                  <a:cubicBezTo>
                    <a:pt x="58590" y="117291"/>
                    <a:pt x="53698" y="115790"/>
                    <a:pt x="49974" y="112733"/>
                  </a:cubicBezTo>
                  <a:cubicBezTo>
                    <a:pt x="46249" y="109676"/>
                    <a:pt x="43748" y="105229"/>
                    <a:pt x="42525" y="99392"/>
                  </a:cubicBezTo>
                  <a:lnTo>
                    <a:pt x="0" y="99392"/>
                  </a:lnTo>
                  <a:cubicBezTo>
                    <a:pt x="834" y="113734"/>
                    <a:pt x="7115" y="125407"/>
                    <a:pt x="18900" y="134301"/>
                  </a:cubicBezTo>
                  <a:cubicBezTo>
                    <a:pt x="30685" y="143195"/>
                    <a:pt x="45638" y="147642"/>
                    <a:pt x="63815" y="147642"/>
                  </a:cubicBezTo>
                  <a:cubicBezTo>
                    <a:pt x="81993" y="147642"/>
                    <a:pt x="96446" y="143251"/>
                    <a:pt x="107841" y="134412"/>
                  </a:cubicBezTo>
                  <a:cubicBezTo>
                    <a:pt x="119292" y="125629"/>
                    <a:pt x="125018" y="114234"/>
                    <a:pt x="125018" y="100392"/>
                  </a:cubicBezTo>
                  <a:cubicBezTo>
                    <a:pt x="125018" y="89330"/>
                    <a:pt x="119348" y="80492"/>
                    <a:pt x="111677" y="73821"/>
                  </a:cubicBezTo>
                  <a:cubicBezTo>
                    <a:pt x="103894" y="67151"/>
                    <a:pt x="90942" y="61592"/>
                    <a:pt x="72821" y="5714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F941FA01-169A-9CC1-113E-9C690B04C258}"/>
                </a:ext>
              </a:extLst>
            </p:cNvPr>
            <p:cNvSpPr/>
            <p:nvPr/>
          </p:nvSpPr>
          <p:spPr>
            <a:xfrm>
              <a:off x="189000" y="4768780"/>
              <a:ext cx="127797" cy="186276"/>
            </a:xfrm>
            <a:custGeom>
              <a:avLst/>
              <a:gdLst>
                <a:gd name="connsiteX0" fmla="*/ 0 w 127797"/>
                <a:gd name="connsiteY0" fmla="*/ 183941 h 186276"/>
                <a:gd name="connsiteX1" fmla="*/ 0 w 127797"/>
                <a:gd name="connsiteY1" fmla="*/ 2390 h 186276"/>
                <a:gd name="connsiteX2" fmla="*/ 2390 w 127797"/>
                <a:gd name="connsiteY2" fmla="*/ 0 h 186276"/>
                <a:gd name="connsiteX3" fmla="*/ 125407 w 127797"/>
                <a:gd name="connsiteY3" fmla="*/ 0 h 186276"/>
                <a:gd name="connsiteX4" fmla="*/ 127797 w 127797"/>
                <a:gd name="connsiteY4" fmla="*/ 2390 h 186276"/>
                <a:gd name="connsiteX5" fmla="*/ 127797 w 127797"/>
                <a:gd name="connsiteY5" fmla="*/ 36410 h 186276"/>
                <a:gd name="connsiteX6" fmla="*/ 125407 w 127797"/>
                <a:gd name="connsiteY6" fmla="*/ 38801 h 186276"/>
                <a:gd name="connsiteX7" fmla="*/ 48139 w 127797"/>
                <a:gd name="connsiteY7" fmla="*/ 38801 h 186276"/>
                <a:gd name="connsiteX8" fmla="*/ 45749 w 127797"/>
                <a:gd name="connsiteY8" fmla="*/ 41191 h 186276"/>
                <a:gd name="connsiteX9" fmla="*/ 45749 w 127797"/>
                <a:gd name="connsiteY9" fmla="*/ 66761 h 186276"/>
                <a:gd name="connsiteX10" fmla="*/ 48139 w 127797"/>
                <a:gd name="connsiteY10" fmla="*/ 69152 h 186276"/>
                <a:gd name="connsiteX11" fmla="*/ 125407 w 127797"/>
                <a:gd name="connsiteY11" fmla="*/ 69152 h 186276"/>
                <a:gd name="connsiteX12" fmla="*/ 127797 w 127797"/>
                <a:gd name="connsiteY12" fmla="*/ 71542 h 186276"/>
                <a:gd name="connsiteX13" fmla="*/ 127797 w 127797"/>
                <a:gd name="connsiteY13" fmla="*/ 104673 h 186276"/>
                <a:gd name="connsiteX14" fmla="*/ 125407 w 127797"/>
                <a:gd name="connsiteY14" fmla="*/ 107063 h 186276"/>
                <a:gd name="connsiteX15" fmla="*/ 48139 w 127797"/>
                <a:gd name="connsiteY15" fmla="*/ 107063 h 186276"/>
                <a:gd name="connsiteX16" fmla="*/ 45749 w 127797"/>
                <a:gd name="connsiteY16" fmla="*/ 109453 h 186276"/>
                <a:gd name="connsiteX17" fmla="*/ 45749 w 127797"/>
                <a:gd name="connsiteY17" fmla="*/ 145196 h 186276"/>
                <a:gd name="connsiteX18" fmla="*/ 48139 w 127797"/>
                <a:gd name="connsiteY18" fmla="*/ 147587 h 186276"/>
                <a:gd name="connsiteX19" fmla="*/ 125407 w 127797"/>
                <a:gd name="connsiteY19" fmla="*/ 147587 h 186276"/>
                <a:gd name="connsiteX20" fmla="*/ 127797 w 127797"/>
                <a:gd name="connsiteY20" fmla="*/ 149977 h 186276"/>
                <a:gd name="connsiteX21" fmla="*/ 127797 w 127797"/>
                <a:gd name="connsiteY21" fmla="*/ 183886 h 186276"/>
                <a:gd name="connsiteX22" fmla="*/ 125407 w 127797"/>
                <a:gd name="connsiteY22" fmla="*/ 186276 h 186276"/>
                <a:gd name="connsiteX23" fmla="*/ 2390 w 127797"/>
                <a:gd name="connsiteY23" fmla="*/ 186276 h 186276"/>
                <a:gd name="connsiteX24" fmla="*/ 0 w 127797"/>
                <a:gd name="connsiteY24" fmla="*/ 183886 h 186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7797" h="186276">
                  <a:moveTo>
                    <a:pt x="0" y="183941"/>
                  </a:moveTo>
                  <a:lnTo>
                    <a:pt x="0" y="2390"/>
                  </a:lnTo>
                  <a:cubicBezTo>
                    <a:pt x="0" y="1056"/>
                    <a:pt x="1056" y="0"/>
                    <a:pt x="2390" y="0"/>
                  </a:cubicBezTo>
                  <a:lnTo>
                    <a:pt x="125407" y="0"/>
                  </a:lnTo>
                  <a:cubicBezTo>
                    <a:pt x="126741" y="0"/>
                    <a:pt x="127797" y="1056"/>
                    <a:pt x="127797" y="2390"/>
                  </a:cubicBezTo>
                  <a:lnTo>
                    <a:pt x="127797" y="36410"/>
                  </a:lnTo>
                  <a:cubicBezTo>
                    <a:pt x="127797" y="37744"/>
                    <a:pt x="126741" y="38801"/>
                    <a:pt x="125407" y="38801"/>
                  </a:cubicBezTo>
                  <a:lnTo>
                    <a:pt x="48139" y="38801"/>
                  </a:lnTo>
                  <a:cubicBezTo>
                    <a:pt x="46805" y="38801"/>
                    <a:pt x="45749" y="39857"/>
                    <a:pt x="45749" y="41191"/>
                  </a:cubicBezTo>
                  <a:lnTo>
                    <a:pt x="45749" y="66761"/>
                  </a:lnTo>
                  <a:cubicBezTo>
                    <a:pt x="45749" y="68096"/>
                    <a:pt x="46805" y="69152"/>
                    <a:pt x="48139" y="69152"/>
                  </a:cubicBezTo>
                  <a:lnTo>
                    <a:pt x="125407" y="69152"/>
                  </a:lnTo>
                  <a:cubicBezTo>
                    <a:pt x="126741" y="69152"/>
                    <a:pt x="127797" y="70208"/>
                    <a:pt x="127797" y="71542"/>
                  </a:cubicBezTo>
                  <a:lnTo>
                    <a:pt x="127797" y="104673"/>
                  </a:lnTo>
                  <a:cubicBezTo>
                    <a:pt x="127797" y="106007"/>
                    <a:pt x="126741" y="107063"/>
                    <a:pt x="125407" y="107063"/>
                  </a:cubicBezTo>
                  <a:lnTo>
                    <a:pt x="48139" y="107063"/>
                  </a:lnTo>
                  <a:cubicBezTo>
                    <a:pt x="46805" y="107063"/>
                    <a:pt x="45749" y="108119"/>
                    <a:pt x="45749" y="109453"/>
                  </a:cubicBezTo>
                  <a:lnTo>
                    <a:pt x="45749" y="145196"/>
                  </a:lnTo>
                  <a:cubicBezTo>
                    <a:pt x="45749" y="146531"/>
                    <a:pt x="46805" y="147587"/>
                    <a:pt x="48139" y="147587"/>
                  </a:cubicBezTo>
                  <a:lnTo>
                    <a:pt x="125407" y="147587"/>
                  </a:lnTo>
                  <a:cubicBezTo>
                    <a:pt x="126741" y="147587"/>
                    <a:pt x="127797" y="148643"/>
                    <a:pt x="127797" y="149977"/>
                  </a:cubicBezTo>
                  <a:lnTo>
                    <a:pt x="127797" y="183886"/>
                  </a:lnTo>
                  <a:cubicBezTo>
                    <a:pt x="127797" y="185220"/>
                    <a:pt x="126741" y="186276"/>
                    <a:pt x="125407" y="186276"/>
                  </a:cubicBezTo>
                  <a:lnTo>
                    <a:pt x="2390" y="186276"/>
                  </a:lnTo>
                  <a:cubicBezTo>
                    <a:pt x="1056" y="186276"/>
                    <a:pt x="0" y="185220"/>
                    <a:pt x="0" y="1838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3B73E5D6-1E65-09C2-5DE6-598D1FE8F0A1}"/>
                </a:ext>
              </a:extLst>
            </p:cNvPr>
            <p:cNvSpPr/>
            <p:nvPr/>
          </p:nvSpPr>
          <p:spPr>
            <a:xfrm>
              <a:off x="473945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F791F0FA-3D2A-6EA8-A678-73A95BDED6F3}"/>
                </a:ext>
              </a:extLst>
            </p:cNvPr>
            <p:cNvSpPr/>
            <p:nvPr/>
          </p:nvSpPr>
          <p:spPr>
            <a:xfrm>
              <a:off x="888299" y="4782287"/>
              <a:ext cx="94555" cy="172768"/>
            </a:xfrm>
            <a:custGeom>
              <a:avLst/>
              <a:gdLst>
                <a:gd name="connsiteX0" fmla="*/ 92165 w 94555"/>
                <a:gd name="connsiteY0" fmla="*/ 25459 h 172768"/>
                <a:gd name="connsiteX1" fmla="*/ 72265 w 94555"/>
                <a:gd name="connsiteY1" fmla="*/ 25459 h 172768"/>
                <a:gd name="connsiteX2" fmla="*/ 70375 w 94555"/>
                <a:gd name="connsiteY2" fmla="*/ 23569 h 172768"/>
                <a:gd name="connsiteX3" fmla="*/ 70375 w 94555"/>
                <a:gd name="connsiteY3" fmla="*/ 2390 h 172768"/>
                <a:gd name="connsiteX4" fmla="*/ 67984 w 94555"/>
                <a:gd name="connsiteY4" fmla="*/ 0 h 172768"/>
                <a:gd name="connsiteX5" fmla="*/ 26571 w 94555"/>
                <a:gd name="connsiteY5" fmla="*/ 0 h 172768"/>
                <a:gd name="connsiteX6" fmla="*/ 24181 w 94555"/>
                <a:gd name="connsiteY6" fmla="*/ 2390 h 172768"/>
                <a:gd name="connsiteX7" fmla="*/ 24181 w 94555"/>
                <a:gd name="connsiteY7" fmla="*/ 23569 h 172768"/>
                <a:gd name="connsiteX8" fmla="*/ 22291 w 94555"/>
                <a:gd name="connsiteY8" fmla="*/ 25459 h 172768"/>
                <a:gd name="connsiteX9" fmla="*/ 2390 w 94555"/>
                <a:gd name="connsiteY9" fmla="*/ 25459 h 172768"/>
                <a:gd name="connsiteX10" fmla="*/ 0 w 94555"/>
                <a:gd name="connsiteY10" fmla="*/ 27850 h 172768"/>
                <a:gd name="connsiteX11" fmla="*/ 0 w 94555"/>
                <a:gd name="connsiteY11" fmla="*/ 64260 h 172768"/>
                <a:gd name="connsiteX12" fmla="*/ 2390 w 94555"/>
                <a:gd name="connsiteY12" fmla="*/ 66650 h 172768"/>
                <a:gd name="connsiteX13" fmla="*/ 22291 w 94555"/>
                <a:gd name="connsiteY13" fmla="*/ 66650 h 172768"/>
                <a:gd name="connsiteX14" fmla="*/ 24181 w 94555"/>
                <a:gd name="connsiteY14" fmla="*/ 68540 h 172768"/>
                <a:gd name="connsiteX15" fmla="*/ 24181 w 94555"/>
                <a:gd name="connsiteY15" fmla="*/ 170378 h 172768"/>
                <a:gd name="connsiteX16" fmla="*/ 26571 w 94555"/>
                <a:gd name="connsiteY16" fmla="*/ 172768 h 172768"/>
                <a:gd name="connsiteX17" fmla="*/ 67984 w 94555"/>
                <a:gd name="connsiteY17" fmla="*/ 172768 h 172768"/>
                <a:gd name="connsiteX18" fmla="*/ 70375 w 94555"/>
                <a:gd name="connsiteY18" fmla="*/ 170378 h 172768"/>
                <a:gd name="connsiteX19" fmla="*/ 70375 w 94555"/>
                <a:gd name="connsiteY19" fmla="*/ 68596 h 172768"/>
                <a:gd name="connsiteX20" fmla="*/ 72265 w 94555"/>
                <a:gd name="connsiteY20" fmla="*/ 66706 h 172768"/>
                <a:gd name="connsiteX21" fmla="*/ 92165 w 94555"/>
                <a:gd name="connsiteY21" fmla="*/ 66706 h 172768"/>
                <a:gd name="connsiteX22" fmla="*/ 94556 w 94555"/>
                <a:gd name="connsiteY22" fmla="*/ 64316 h 172768"/>
                <a:gd name="connsiteX23" fmla="*/ 94556 w 94555"/>
                <a:gd name="connsiteY23" fmla="*/ 27905 h 172768"/>
                <a:gd name="connsiteX24" fmla="*/ 92165 w 94555"/>
                <a:gd name="connsiteY24" fmla="*/ 25515 h 17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555" h="172768">
                  <a:moveTo>
                    <a:pt x="92165" y="25459"/>
                  </a:moveTo>
                  <a:lnTo>
                    <a:pt x="72265" y="25459"/>
                  </a:lnTo>
                  <a:cubicBezTo>
                    <a:pt x="71209" y="25459"/>
                    <a:pt x="70375" y="24626"/>
                    <a:pt x="70375" y="23569"/>
                  </a:cubicBezTo>
                  <a:lnTo>
                    <a:pt x="70375" y="2390"/>
                  </a:lnTo>
                  <a:cubicBezTo>
                    <a:pt x="70375" y="1056"/>
                    <a:pt x="69319" y="0"/>
                    <a:pt x="67984" y="0"/>
                  </a:cubicBezTo>
                  <a:lnTo>
                    <a:pt x="26571" y="0"/>
                  </a:lnTo>
                  <a:cubicBezTo>
                    <a:pt x="25237" y="0"/>
                    <a:pt x="24181" y="1056"/>
                    <a:pt x="24181" y="2390"/>
                  </a:cubicBezTo>
                  <a:lnTo>
                    <a:pt x="24181" y="23569"/>
                  </a:lnTo>
                  <a:cubicBezTo>
                    <a:pt x="24181" y="24626"/>
                    <a:pt x="23347" y="25459"/>
                    <a:pt x="22291" y="25459"/>
                  </a:cubicBezTo>
                  <a:lnTo>
                    <a:pt x="2390" y="25459"/>
                  </a:lnTo>
                  <a:cubicBezTo>
                    <a:pt x="1056" y="25459"/>
                    <a:pt x="0" y="26516"/>
                    <a:pt x="0" y="27850"/>
                  </a:cubicBezTo>
                  <a:lnTo>
                    <a:pt x="0" y="64260"/>
                  </a:lnTo>
                  <a:cubicBezTo>
                    <a:pt x="0" y="65594"/>
                    <a:pt x="1056" y="66650"/>
                    <a:pt x="2390" y="66650"/>
                  </a:cubicBezTo>
                  <a:lnTo>
                    <a:pt x="22291" y="66650"/>
                  </a:lnTo>
                  <a:cubicBezTo>
                    <a:pt x="23347" y="66650"/>
                    <a:pt x="24181" y="67484"/>
                    <a:pt x="24181" y="68540"/>
                  </a:cubicBezTo>
                  <a:lnTo>
                    <a:pt x="24181" y="170378"/>
                  </a:lnTo>
                  <a:cubicBezTo>
                    <a:pt x="24181" y="171712"/>
                    <a:pt x="25237" y="172768"/>
                    <a:pt x="26571" y="172768"/>
                  </a:cubicBezTo>
                  <a:lnTo>
                    <a:pt x="67984" y="172768"/>
                  </a:lnTo>
                  <a:cubicBezTo>
                    <a:pt x="69319" y="172768"/>
                    <a:pt x="70375" y="171712"/>
                    <a:pt x="70375" y="170378"/>
                  </a:cubicBezTo>
                  <a:lnTo>
                    <a:pt x="70375" y="68596"/>
                  </a:lnTo>
                  <a:cubicBezTo>
                    <a:pt x="70375" y="67540"/>
                    <a:pt x="71209" y="66706"/>
                    <a:pt x="72265" y="66706"/>
                  </a:cubicBezTo>
                  <a:lnTo>
                    <a:pt x="92165" y="66706"/>
                  </a:lnTo>
                  <a:cubicBezTo>
                    <a:pt x="93499" y="66706"/>
                    <a:pt x="94556" y="65650"/>
                    <a:pt x="94556" y="64316"/>
                  </a:cubicBezTo>
                  <a:lnTo>
                    <a:pt x="94556" y="27905"/>
                  </a:lnTo>
                  <a:cubicBezTo>
                    <a:pt x="94556" y="26571"/>
                    <a:pt x="93499" y="25515"/>
                    <a:pt x="92165" y="255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313CAB3E-8E49-4B1B-A765-96826F5FD0CD}"/>
                </a:ext>
              </a:extLst>
            </p:cNvPr>
            <p:cNvSpPr/>
            <p:nvPr/>
          </p:nvSpPr>
          <p:spPr>
            <a:xfrm>
              <a:off x="986067" y="4808025"/>
              <a:ext cx="150322" cy="147030"/>
            </a:xfrm>
            <a:custGeom>
              <a:avLst/>
              <a:gdLst>
                <a:gd name="connsiteX0" fmla="*/ 109243 w 150322"/>
                <a:gd name="connsiteY0" fmla="*/ 2390 h 147030"/>
                <a:gd name="connsiteX1" fmla="*/ 109243 w 150322"/>
                <a:gd name="connsiteY1" fmla="*/ 9506 h 147030"/>
                <a:gd name="connsiteX2" fmla="*/ 66773 w 150322"/>
                <a:gd name="connsiteY2" fmla="*/ 500 h 147030"/>
                <a:gd name="connsiteX3" fmla="*/ 178 w 150322"/>
                <a:gd name="connsiteY3" fmla="*/ 68429 h 147030"/>
                <a:gd name="connsiteX4" fmla="*/ 73444 w 150322"/>
                <a:gd name="connsiteY4" fmla="*/ 147031 h 147030"/>
                <a:gd name="connsiteX5" fmla="*/ 109243 w 150322"/>
                <a:gd name="connsiteY5" fmla="*/ 137748 h 147030"/>
                <a:gd name="connsiteX6" fmla="*/ 109243 w 150322"/>
                <a:gd name="connsiteY6" fmla="*/ 144641 h 147030"/>
                <a:gd name="connsiteX7" fmla="*/ 111633 w 150322"/>
                <a:gd name="connsiteY7" fmla="*/ 147031 h 147030"/>
                <a:gd name="connsiteX8" fmla="*/ 147932 w 150322"/>
                <a:gd name="connsiteY8" fmla="*/ 147031 h 147030"/>
                <a:gd name="connsiteX9" fmla="*/ 150322 w 150322"/>
                <a:gd name="connsiteY9" fmla="*/ 144641 h 147030"/>
                <a:gd name="connsiteX10" fmla="*/ 150322 w 150322"/>
                <a:gd name="connsiteY10" fmla="*/ 2390 h 147030"/>
                <a:gd name="connsiteX11" fmla="*/ 147932 w 150322"/>
                <a:gd name="connsiteY11" fmla="*/ 0 h 147030"/>
                <a:gd name="connsiteX12" fmla="*/ 111633 w 150322"/>
                <a:gd name="connsiteY12" fmla="*/ 0 h 147030"/>
                <a:gd name="connsiteX13" fmla="*/ 109243 w 150322"/>
                <a:gd name="connsiteY13" fmla="*/ 2390 h 147030"/>
                <a:gd name="connsiteX14" fmla="*/ 76724 w 150322"/>
                <a:gd name="connsiteY14" fmla="*/ 105673 h 147030"/>
                <a:gd name="connsiteX15" fmla="*/ 41369 w 150322"/>
                <a:gd name="connsiteY15" fmla="*/ 70319 h 147030"/>
                <a:gd name="connsiteX16" fmla="*/ 70109 w 150322"/>
                <a:gd name="connsiteY16" fmla="*/ 41580 h 147030"/>
                <a:gd name="connsiteX17" fmla="*/ 105463 w 150322"/>
                <a:gd name="connsiteY17" fmla="*/ 76879 h 147030"/>
                <a:gd name="connsiteX18" fmla="*/ 76724 w 150322"/>
                <a:gd name="connsiteY18" fmla="*/ 105673 h 14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322" h="147030">
                  <a:moveTo>
                    <a:pt x="109243" y="2390"/>
                  </a:moveTo>
                  <a:lnTo>
                    <a:pt x="109243" y="9506"/>
                  </a:lnTo>
                  <a:cubicBezTo>
                    <a:pt x="96846" y="2613"/>
                    <a:pt x="82227" y="-889"/>
                    <a:pt x="66773" y="500"/>
                  </a:cubicBezTo>
                  <a:cubicBezTo>
                    <a:pt x="31141" y="3669"/>
                    <a:pt x="2624" y="32741"/>
                    <a:pt x="178" y="68429"/>
                  </a:cubicBezTo>
                  <a:cubicBezTo>
                    <a:pt x="-2768" y="111343"/>
                    <a:pt x="31141" y="147031"/>
                    <a:pt x="73444" y="147031"/>
                  </a:cubicBezTo>
                  <a:cubicBezTo>
                    <a:pt x="86451" y="147031"/>
                    <a:pt x="98625" y="143640"/>
                    <a:pt x="109243" y="137748"/>
                  </a:cubicBezTo>
                  <a:lnTo>
                    <a:pt x="109243" y="144641"/>
                  </a:lnTo>
                  <a:cubicBezTo>
                    <a:pt x="109243" y="145975"/>
                    <a:pt x="110299" y="147031"/>
                    <a:pt x="111633" y="147031"/>
                  </a:cubicBezTo>
                  <a:lnTo>
                    <a:pt x="147932" y="147031"/>
                  </a:lnTo>
                  <a:cubicBezTo>
                    <a:pt x="149266" y="147031"/>
                    <a:pt x="150322" y="145975"/>
                    <a:pt x="150322" y="144641"/>
                  </a:cubicBezTo>
                  <a:lnTo>
                    <a:pt x="150322" y="2390"/>
                  </a:lnTo>
                  <a:cubicBezTo>
                    <a:pt x="150322" y="1056"/>
                    <a:pt x="149266" y="0"/>
                    <a:pt x="147932" y="0"/>
                  </a:cubicBezTo>
                  <a:lnTo>
                    <a:pt x="111633" y="0"/>
                  </a:lnTo>
                  <a:cubicBezTo>
                    <a:pt x="110299" y="0"/>
                    <a:pt x="109243" y="1056"/>
                    <a:pt x="109243" y="2390"/>
                  </a:cubicBezTo>
                  <a:close/>
                  <a:moveTo>
                    <a:pt x="76724" y="105673"/>
                  </a:moveTo>
                  <a:cubicBezTo>
                    <a:pt x="56378" y="107730"/>
                    <a:pt x="39368" y="90720"/>
                    <a:pt x="41369" y="70319"/>
                  </a:cubicBezTo>
                  <a:cubicBezTo>
                    <a:pt x="42870" y="55255"/>
                    <a:pt x="55044" y="43081"/>
                    <a:pt x="70109" y="41580"/>
                  </a:cubicBezTo>
                  <a:cubicBezTo>
                    <a:pt x="90454" y="39523"/>
                    <a:pt x="107464" y="56533"/>
                    <a:pt x="105463" y="76879"/>
                  </a:cubicBezTo>
                  <a:cubicBezTo>
                    <a:pt x="103962" y="91943"/>
                    <a:pt x="91788" y="104172"/>
                    <a:pt x="76724" y="10567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EDFAB0CA-9A16-3303-A4B4-AD1E294AEB8B}"/>
                </a:ext>
              </a:extLst>
            </p:cNvPr>
            <p:cNvSpPr/>
            <p:nvPr/>
          </p:nvSpPr>
          <p:spPr>
            <a:xfrm>
              <a:off x="1150231" y="4807969"/>
              <a:ext cx="104061" cy="147086"/>
            </a:xfrm>
            <a:custGeom>
              <a:avLst/>
              <a:gdLst>
                <a:gd name="connsiteX0" fmla="*/ 73321 w 104061"/>
                <a:gd name="connsiteY0" fmla="*/ 167 h 147086"/>
                <a:gd name="connsiteX1" fmla="*/ 41080 w 104061"/>
                <a:gd name="connsiteY1" fmla="*/ 7616 h 147086"/>
                <a:gd name="connsiteX2" fmla="*/ 41080 w 104061"/>
                <a:gd name="connsiteY2" fmla="*/ 2390 h 147086"/>
                <a:gd name="connsiteX3" fmla="*/ 38689 w 104061"/>
                <a:gd name="connsiteY3" fmla="*/ 0 h 147086"/>
                <a:gd name="connsiteX4" fmla="*/ 2390 w 104061"/>
                <a:gd name="connsiteY4" fmla="*/ 0 h 147086"/>
                <a:gd name="connsiteX5" fmla="*/ 0 w 104061"/>
                <a:gd name="connsiteY5" fmla="*/ 2390 h 147086"/>
                <a:gd name="connsiteX6" fmla="*/ 0 w 104061"/>
                <a:gd name="connsiteY6" fmla="*/ 144696 h 147086"/>
                <a:gd name="connsiteX7" fmla="*/ 2390 w 104061"/>
                <a:gd name="connsiteY7" fmla="*/ 147086 h 147086"/>
                <a:gd name="connsiteX8" fmla="*/ 38689 w 104061"/>
                <a:gd name="connsiteY8" fmla="*/ 147086 h 147086"/>
                <a:gd name="connsiteX9" fmla="*/ 41080 w 104061"/>
                <a:gd name="connsiteY9" fmla="*/ 144696 h 147086"/>
                <a:gd name="connsiteX10" fmla="*/ 41080 w 104061"/>
                <a:gd name="connsiteY10" fmla="*/ 65427 h 147086"/>
                <a:gd name="connsiteX11" fmla="*/ 85884 w 104061"/>
                <a:gd name="connsiteY11" fmla="*/ 43915 h 147086"/>
                <a:gd name="connsiteX12" fmla="*/ 104061 w 104061"/>
                <a:gd name="connsiteY12" fmla="*/ 6837 h 147086"/>
                <a:gd name="connsiteX13" fmla="*/ 73376 w 104061"/>
                <a:gd name="connsiteY13" fmla="*/ 167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061" h="147086">
                  <a:moveTo>
                    <a:pt x="73321" y="167"/>
                  </a:moveTo>
                  <a:cubicBezTo>
                    <a:pt x="61759" y="167"/>
                    <a:pt x="50808" y="2835"/>
                    <a:pt x="41080" y="7616"/>
                  </a:cubicBezTo>
                  <a:lnTo>
                    <a:pt x="41080" y="2390"/>
                  </a:lnTo>
                  <a:cubicBezTo>
                    <a:pt x="41080" y="1056"/>
                    <a:pt x="40024" y="0"/>
                    <a:pt x="38689" y="0"/>
                  </a:cubicBezTo>
                  <a:lnTo>
                    <a:pt x="2390" y="0"/>
                  </a:lnTo>
                  <a:cubicBezTo>
                    <a:pt x="1056" y="0"/>
                    <a:pt x="0" y="1056"/>
                    <a:pt x="0" y="2390"/>
                  </a:cubicBezTo>
                  <a:lnTo>
                    <a:pt x="0" y="144696"/>
                  </a:lnTo>
                  <a:cubicBezTo>
                    <a:pt x="0" y="146030"/>
                    <a:pt x="1056" y="147086"/>
                    <a:pt x="2390" y="147086"/>
                  </a:cubicBezTo>
                  <a:lnTo>
                    <a:pt x="38689" y="147086"/>
                  </a:lnTo>
                  <a:cubicBezTo>
                    <a:pt x="40024" y="147086"/>
                    <a:pt x="41080" y="146030"/>
                    <a:pt x="41080" y="144696"/>
                  </a:cubicBezTo>
                  <a:lnTo>
                    <a:pt x="41080" y="65427"/>
                  </a:lnTo>
                  <a:cubicBezTo>
                    <a:pt x="41135" y="47639"/>
                    <a:pt x="60313" y="36021"/>
                    <a:pt x="85884" y="43915"/>
                  </a:cubicBezTo>
                  <a:lnTo>
                    <a:pt x="104061" y="6837"/>
                  </a:lnTo>
                  <a:cubicBezTo>
                    <a:pt x="94722" y="2557"/>
                    <a:pt x="84327" y="167"/>
                    <a:pt x="73376" y="1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F98341F7-9E6A-49B1-3196-693228DF0D0B}"/>
                </a:ext>
              </a:extLst>
            </p:cNvPr>
            <p:cNvSpPr/>
            <p:nvPr/>
          </p:nvSpPr>
          <p:spPr>
            <a:xfrm>
              <a:off x="330583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4934BB63-0AB7-C7AE-5731-CF2E91CE1E1D}"/>
                </a:ext>
              </a:extLst>
            </p:cNvPr>
            <p:cNvSpPr/>
            <p:nvPr/>
          </p:nvSpPr>
          <p:spPr>
            <a:xfrm>
              <a:off x="609375" y="4808260"/>
              <a:ext cx="146717" cy="146727"/>
            </a:xfrm>
            <a:custGeom>
              <a:avLst/>
              <a:gdLst>
                <a:gd name="connsiteX0" fmla="*/ 77195 w 146717"/>
                <a:gd name="connsiteY0" fmla="*/ 98 h 146727"/>
                <a:gd name="connsiteX1" fmla="*/ 94 w 146717"/>
                <a:gd name="connsiteY1" fmla="*/ 77199 h 146727"/>
                <a:gd name="connsiteX2" fmla="*/ 69523 w 146717"/>
                <a:gd name="connsiteY2" fmla="*/ 146629 h 146727"/>
                <a:gd name="connsiteX3" fmla="*/ 146624 w 146717"/>
                <a:gd name="connsiteY3" fmla="*/ 69528 h 146727"/>
                <a:gd name="connsiteX4" fmla="*/ 77195 w 146717"/>
                <a:gd name="connsiteY4" fmla="*/ 98 h 146727"/>
                <a:gd name="connsiteX5" fmla="*/ 77306 w 146717"/>
                <a:gd name="connsiteY5" fmla="*/ 105716 h 146727"/>
                <a:gd name="connsiteX6" fmla="*/ 41952 w 146717"/>
                <a:gd name="connsiteY6" fmla="*/ 70362 h 146727"/>
                <a:gd name="connsiteX7" fmla="*/ 70746 w 146717"/>
                <a:gd name="connsiteY7" fmla="*/ 41567 h 146727"/>
                <a:gd name="connsiteX8" fmla="*/ 106100 w 146717"/>
                <a:gd name="connsiteY8" fmla="*/ 76921 h 146727"/>
                <a:gd name="connsiteX9" fmla="*/ 77306 w 146717"/>
                <a:gd name="connsiteY9" fmla="*/ 105716 h 14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717" h="146727">
                  <a:moveTo>
                    <a:pt x="77195" y="98"/>
                  </a:moveTo>
                  <a:cubicBezTo>
                    <a:pt x="33669" y="-2125"/>
                    <a:pt x="-2074" y="33674"/>
                    <a:pt x="94" y="77199"/>
                  </a:cubicBezTo>
                  <a:cubicBezTo>
                    <a:pt x="1984" y="114499"/>
                    <a:pt x="32279" y="144739"/>
                    <a:pt x="69523" y="146629"/>
                  </a:cubicBezTo>
                  <a:cubicBezTo>
                    <a:pt x="113049" y="148852"/>
                    <a:pt x="148792" y="113054"/>
                    <a:pt x="146624" y="69528"/>
                  </a:cubicBezTo>
                  <a:cubicBezTo>
                    <a:pt x="144734" y="32228"/>
                    <a:pt x="114439" y="1988"/>
                    <a:pt x="77195" y="98"/>
                  </a:cubicBezTo>
                  <a:close/>
                  <a:moveTo>
                    <a:pt x="77306" y="105716"/>
                  </a:moveTo>
                  <a:cubicBezTo>
                    <a:pt x="56905" y="107717"/>
                    <a:pt x="39950" y="90763"/>
                    <a:pt x="41952" y="70362"/>
                  </a:cubicBezTo>
                  <a:cubicBezTo>
                    <a:pt x="43453" y="55297"/>
                    <a:pt x="55626" y="43068"/>
                    <a:pt x="70746" y="41567"/>
                  </a:cubicBezTo>
                  <a:cubicBezTo>
                    <a:pt x="91147" y="39566"/>
                    <a:pt x="108102" y="56520"/>
                    <a:pt x="106100" y="76921"/>
                  </a:cubicBezTo>
                  <a:cubicBezTo>
                    <a:pt x="104600" y="91986"/>
                    <a:pt x="92426" y="104215"/>
                    <a:pt x="77306" y="10571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sp>
        <p:nvSpPr>
          <p:cNvPr id="14" name="內容版面配置區 20">
            <a:extLst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2854" y="841773"/>
            <a:ext cx="8761837" cy="3963372"/>
          </a:xfrm>
        </p:spPr>
        <p:txBody>
          <a:bodyPr lIns="36000">
            <a:normAutofit/>
          </a:bodyPr>
          <a:lstStyle>
            <a:lvl1pPr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/>
          <p:nvPr userDrawn="1"/>
        </p:nvSpPr>
        <p:spPr>
          <a:xfrm>
            <a:off x="1" y="215041"/>
            <a:ext cx="90774" cy="4896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rgbClr val="134B8C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 txBox="1"/>
          <p:nvPr userDrawn="1"/>
        </p:nvSpPr>
        <p:spPr>
          <a:xfrm>
            <a:off x="8723945" y="4843722"/>
            <a:ext cx="318579" cy="2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8C2DC5A-3AC4-DC00-EF78-B9920046807C}"/>
              </a:ext>
            </a:extLst>
          </p:cNvPr>
          <p:cNvSpPr txBox="1"/>
          <p:nvPr userDrawn="1"/>
        </p:nvSpPr>
        <p:spPr>
          <a:xfrm>
            <a:off x="5885689" y="4882300"/>
            <a:ext cx="2703022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[ Confidential ]   [ Security P ]   © </a:t>
            </a:r>
            <a:fld id="{507DB48C-140F-478A-84DB-5E1F8C46EB30}" type="datetimeyyyy">
              <a:rPr lang="en-US" altLang="zh-TW" sz="450" kern="1200" smtClean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pPr marL="0" marR="0" lvl="0" indent="0" algn="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Ennostar Inc. &amp; Ennostar Corp. All Rights Reserved.</a:t>
            </a:r>
            <a:endParaRPr lang="zh-TW" altLang="en-US" sz="450" kern="1200" dirty="0">
              <a:solidFill>
                <a:schemeClr val="tx1"/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155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/>
          <p:nvPr userDrawn="1"/>
        </p:nvSpPr>
        <p:spPr>
          <a:xfrm>
            <a:off x="8588710" y="4882300"/>
            <a:ext cx="555290" cy="1388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560" y="224043"/>
            <a:ext cx="7876108" cy="480600"/>
          </a:xfrm>
        </p:spPr>
        <p:txBody>
          <a:bodyPr lIns="0"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/>
          <p:nvPr userDrawn="1"/>
        </p:nvSpPr>
        <p:spPr>
          <a:xfrm>
            <a:off x="1" y="-2926"/>
            <a:ext cx="90776" cy="2734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 dirty="0">
              <a:solidFill>
                <a:srgbClr val="134B8C"/>
              </a:solidFill>
            </a:endParaRPr>
          </a:p>
        </p:txBody>
      </p:sp>
      <p:sp>
        <p:nvSpPr>
          <p:cNvPr id="14" name="內容版面配置區 20">
            <a:extLst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2854" y="841773"/>
            <a:ext cx="8761837" cy="3963372"/>
          </a:xfrm>
        </p:spPr>
        <p:txBody>
          <a:bodyPr lIns="36000">
            <a:normAutofit/>
          </a:bodyPr>
          <a:lstStyle>
            <a:lvl1pPr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/>
          <p:nvPr userDrawn="1"/>
        </p:nvSpPr>
        <p:spPr>
          <a:xfrm>
            <a:off x="1" y="215041"/>
            <a:ext cx="90774" cy="4896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rgbClr val="134B8C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 txBox="1"/>
          <p:nvPr userDrawn="1"/>
        </p:nvSpPr>
        <p:spPr>
          <a:xfrm>
            <a:off x="8723945" y="4843722"/>
            <a:ext cx="318579" cy="2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2DE94A3-8D80-D68B-3D16-B4CD87013747}"/>
              </a:ext>
            </a:extLst>
          </p:cNvPr>
          <p:cNvSpPr txBox="1"/>
          <p:nvPr userDrawn="1"/>
        </p:nvSpPr>
        <p:spPr>
          <a:xfrm>
            <a:off x="5885689" y="4882300"/>
            <a:ext cx="2703022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[ Confidential ]   [ Security P ]   © </a:t>
            </a:r>
            <a:fld id="{507DB48C-140F-478A-84DB-5E1F8C46EB30}" type="datetimeyyyy">
              <a:rPr lang="en-US" altLang="zh-TW" sz="450" kern="1200" smtClean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pPr marL="0" marR="0" lvl="0" indent="0" algn="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Ennostar Inc. &amp; Ennostar Corp. All Rights Reserved.</a:t>
            </a:r>
            <a:endParaRPr lang="zh-TW" altLang="en-US" sz="450" kern="1200" dirty="0">
              <a:solidFill>
                <a:schemeClr val="tx1"/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0A56E041-55A7-153A-1A1F-E7AE49050A8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68308" y="221170"/>
            <a:ext cx="731520" cy="127950"/>
            <a:chOff x="189000" y="4768780"/>
            <a:chExt cx="1065292" cy="186331"/>
          </a:xfrm>
          <a:solidFill>
            <a:schemeClr val="accent1"/>
          </a:solidFill>
        </p:grpSpPr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844D30BA-A527-81A0-485F-BE1328BC92A2}"/>
                </a:ext>
              </a:extLst>
            </p:cNvPr>
            <p:cNvSpPr/>
            <p:nvPr/>
          </p:nvSpPr>
          <p:spPr>
            <a:xfrm>
              <a:off x="761892" y="4807135"/>
              <a:ext cx="125017" cy="147642"/>
            </a:xfrm>
            <a:custGeom>
              <a:avLst/>
              <a:gdLst>
                <a:gd name="connsiteX0" fmla="*/ 72709 w 125017"/>
                <a:gd name="connsiteY0" fmla="*/ 57089 h 147642"/>
                <a:gd name="connsiteX1" fmla="*/ 49307 w 125017"/>
                <a:gd name="connsiteY1" fmla="*/ 50141 h 147642"/>
                <a:gd name="connsiteX2" fmla="*/ 43692 w 125017"/>
                <a:gd name="connsiteY2" fmla="*/ 42080 h 147642"/>
                <a:gd name="connsiteX3" fmla="*/ 48195 w 125017"/>
                <a:gd name="connsiteY3" fmla="*/ 33575 h 147642"/>
                <a:gd name="connsiteX4" fmla="*/ 59813 w 125017"/>
                <a:gd name="connsiteY4" fmla="*/ 30296 h 147642"/>
                <a:gd name="connsiteX5" fmla="*/ 70764 w 125017"/>
                <a:gd name="connsiteY5" fmla="*/ 33242 h 147642"/>
                <a:gd name="connsiteX6" fmla="*/ 76545 w 125017"/>
                <a:gd name="connsiteY6" fmla="*/ 42025 h 147642"/>
                <a:gd name="connsiteX7" fmla="*/ 117069 w 125017"/>
                <a:gd name="connsiteY7" fmla="*/ 42025 h 147642"/>
                <a:gd name="connsiteX8" fmla="*/ 99614 w 125017"/>
                <a:gd name="connsiteY8" fmla="*/ 12063 h 147642"/>
                <a:gd name="connsiteX9" fmla="*/ 61036 w 125017"/>
                <a:gd name="connsiteY9" fmla="*/ 0 h 147642"/>
                <a:gd name="connsiteX10" fmla="*/ 18956 w 125017"/>
                <a:gd name="connsiteY10" fmla="*/ 12174 h 147642"/>
                <a:gd name="connsiteX11" fmla="*/ 2557 w 125017"/>
                <a:gd name="connsiteY11" fmla="*/ 43581 h 147642"/>
                <a:gd name="connsiteX12" fmla="*/ 16676 w 125017"/>
                <a:gd name="connsiteY12" fmla="*/ 69652 h 147642"/>
                <a:gd name="connsiteX13" fmla="*/ 57867 w 125017"/>
                <a:gd name="connsiteY13" fmla="*/ 86718 h 147642"/>
                <a:gd name="connsiteX14" fmla="*/ 77156 w 125017"/>
                <a:gd name="connsiteY14" fmla="*/ 93777 h 147642"/>
                <a:gd name="connsiteX15" fmla="*/ 83938 w 125017"/>
                <a:gd name="connsiteY15" fmla="*/ 103783 h 147642"/>
                <a:gd name="connsiteX16" fmla="*/ 78491 w 125017"/>
                <a:gd name="connsiteY16" fmla="*/ 113511 h 147642"/>
                <a:gd name="connsiteX17" fmla="*/ 64538 w 125017"/>
                <a:gd name="connsiteY17" fmla="*/ 117291 h 147642"/>
                <a:gd name="connsiteX18" fmla="*/ 49974 w 125017"/>
                <a:gd name="connsiteY18" fmla="*/ 112733 h 147642"/>
                <a:gd name="connsiteX19" fmla="*/ 42525 w 125017"/>
                <a:gd name="connsiteY19" fmla="*/ 99392 h 147642"/>
                <a:gd name="connsiteX20" fmla="*/ 0 w 125017"/>
                <a:gd name="connsiteY20" fmla="*/ 99392 h 147642"/>
                <a:gd name="connsiteX21" fmla="*/ 18900 w 125017"/>
                <a:gd name="connsiteY21" fmla="*/ 134301 h 147642"/>
                <a:gd name="connsiteX22" fmla="*/ 63815 w 125017"/>
                <a:gd name="connsiteY22" fmla="*/ 147642 h 147642"/>
                <a:gd name="connsiteX23" fmla="*/ 107841 w 125017"/>
                <a:gd name="connsiteY23" fmla="*/ 134412 h 147642"/>
                <a:gd name="connsiteX24" fmla="*/ 125018 w 125017"/>
                <a:gd name="connsiteY24" fmla="*/ 100392 h 147642"/>
                <a:gd name="connsiteX25" fmla="*/ 111677 w 125017"/>
                <a:gd name="connsiteY25" fmla="*/ 73821 h 147642"/>
                <a:gd name="connsiteX26" fmla="*/ 72821 w 125017"/>
                <a:gd name="connsiteY26" fmla="*/ 57145 h 147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5017" h="147642">
                  <a:moveTo>
                    <a:pt x="72709" y="57089"/>
                  </a:moveTo>
                  <a:cubicBezTo>
                    <a:pt x="62092" y="54476"/>
                    <a:pt x="53031" y="52197"/>
                    <a:pt x="49307" y="50141"/>
                  </a:cubicBezTo>
                  <a:cubicBezTo>
                    <a:pt x="45582" y="48139"/>
                    <a:pt x="43692" y="45416"/>
                    <a:pt x="43692" y="42080"/>
                  </a:cubicBezTo>
                  <a:cubicBezTo>
                    <a:pt x="43692" y="38745"/>
                    <a:pt x="45193" y="35743"/>
                    <a:pt x="48195" y="33575"/>
                  </a:cubicBezTo>
                  <a:cubicBezTo>
                    <a:pt x="51197" y="31407"/>
                    <a:pt x="55088" y="30296"/>
                    <a:pt x="59813" y="30296"/>
                  </a:cubicBezTo>
                  <a:cubicBezTo>
                    <a:pt x="64260" y="30296"/>
                    <a:pt x="67929" y="31296"/>
                    <a:pt x="70764" y="33242"/>
                  </a:cubicBezTo>
                  <a:cubicBezTo>
                    <a:pt x="73599" y="35187"/>
                    <a:pt x="75544" y="38134"/>
                    <a:pt x="76545" y="42025"/>
                  </a:cubicBezTo>
                  <a:lnTo>
                    <a:pt x="117069" y="42025"/>
                  </a:lnTo>
                  <a:cubicBezTo>
                    <a:pt x="116179" y="30073"/>
                    <a:pt x="110343" y="20123"/>
                    <a:pt x="99614" y="12063"/>
                  </a:cubicBezTo>
                  <a:cubicBezTo>
                    <a:pt x="88886" y="4002"/>
                    <a:pt x="75989" y="0"/>
                    <a:pt x="61036" y="0"/>
                  </a:cubicBezTo>
                  <a:cubicBezTo>
                    <a:pt x="43915" y="0"/>
                    <a:pt x="29906" y="4058"/>
                    <a:pt x="18956" y="12174"/>
                  </a:cubicBezTo>
                  <a:cubicBezTo>
                    <a:pt x="8005" y="20290"/>
                    <a:pt x="2557" y="30740"/>
                    <a:pt x="2557" y="43581"/>
                  </a:cubicBezTo>
                  <a:cubicBezTo>
                    <a:pt x="2557" y="54365"/>
                    <a:pt x="8505" y="63037"/>
                    <a:pt x="16676" y="69652"/>
                  </a:cubicBezTo>
                  <a:cubicBezTo>
                    <a:pt x="24959" y="76323"/>
                    <a:pt x="38689" y="81993"/>
                    <a:pt x="57867" y="86718"/>
                  </a:cubicBezTo>
                  <a:cubicBezTo>
                    <a:pt x="67373" y="89052"/>
                    <a:pt x="73821" y="91443"/>
                    <a:pt x="77156" y="93777"/>
                  </a:cubicBezTo>
                  <a:cubicBezTo>
                    <a:pt x="80436" y="96112"/>
                    <a:pt x="83938" y="99447"/>
                    <a:pt x="83938" y="103783"/>
                  </a:cubicBezTo>
                  <a:cubicBezTo>
                    <a:pt x="83938" y="107786"/>
                    <a:pt x="82104" y="111010"/>
                    <a:pt x="78491" y="113511"/>
                  </a:cubicBezTo>
                  <a:cubicBezTo>
                    <a:pt x="74822" y="116013"/>
                    <a:pt x="70208" y="117291"/>
                    <a:pt x="64538" y="117291"/>
                  </a:cubicBezTo>
                  <a:cubicBezTo>
                    <a:pt x="58590" y="117291"/>
                    <a:pt x="53698" y="115790"/>
                    <a:pt x="49974" y="112733"/>
                  </a:cubicBezTo>
                  <a:cubicBezTo>
                    <a:pt x="46249" y="109676"/>
                    <a:pt x="43748" y="105229"/>
                    <a:pt x="42525" y="99392"/>
                  </a:cubicBezTo>
                  <a:lnTo>
                    <a:pt x="0" y="99392"/>
                  </a:lnTo>
                  <a:cubicBezTo>
                    <a:pt x="834" y="113734"/>
                    <a:pt x="7115" y="125407"/>
                    <a:pt x="18900" y="134301"/>
                  </a:cubicBezTo>
                  <a:cubicBezTo>
                    <a:pt x="30685" y="143195"/>
                    <a:pt x="45638" y="147642"/>
                    <a:pt x="63815" y="147642"/>
                  </a:cubicBezTo>
                  <a:cubicBezTo>
                    <a:pt x="81993" y="147642"/>
                    <a:pt x="96446" y="143251"/>
                    <a:pt x="107841" y="134412"/>
                  </a:cubicBezTo>
                  <a:cubicBezTo>
                    <a:pt x="119292" y="125629"/>
                    <a:pt x="125018" y="114234"/>
                    <a:pt x="125018" y="100392"/>
                  </a:cubicBezTo>
                  <a:cubicBezTo>
                    <a:pt x="125018" y="89330"/>
                    <a:pt x="119348" y="80492"/>
                    <a:pt x="111677" y="73821"/>
                  </a:cubicBezTo>
                  <a:cubicBezTo>
                    <a:pt x="103894" y="67151"/>
                    <a:pt x="90942" y="61592"/>
                    <a:pt x="72821" y="5714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077362FD-2310-314B-027B-D8E03B472FBE}"/>
                </a:ext>
              </a:extLst>
            </p:cNvPr>
            <p:cNvSpPr/>
            <p:nvPr/>
          </p:nvSpPr>
          <p:spPr>
            <a:xfrm>
              <a:off x="189000" y="4768780"/>
              <a:ext cx="127797" cy="186276"/>
            </a:xfrm>
            <a:custGeom>
              <a:avLst/>
              <a:gdLst>
                <a:gd name="connsiteX0" fmla="*/ 0 w 127797"/>
                <a:gd name="connsiteY0" fmla="*/ 183941 h 186276"/>
                <a:gd name="connsiteX1" fmla="*/ 0 w 127797"/>
                <a:gd name="connsiteY1" fmla="*/ 2390 h 186276"/>
                <a:gd name="connsiteX2" fmla="*/ 2390 w 127797"/>
                <a:gd name="connsiteY2" fmla="*/ 0 h 186276"/>
                <a:gd name="connsiteX3" fmla="*/ 125407 w 127797"/>
                <a:gd name="connsiteY3" fmla="*/ 0 h 186276"/>
                <a:gd name="connsiteX4" fmla="*/ 127797 w 127797"/>
                <a:gd name="connsiteY4" fmla="*/ 2390 h 186276"/>
                <a:gd name="connsiteX5" fmla="*/ 127797 w 127797"/>
                <a:gd name="connsiteY5" fmla="*/ 36410 h 186276"/>
                <a:gd name="connsiteX6" fmla="*/ 125407 w 127797"/>
                <a:gd name="connsiteY6" fmla="*/ 38801 h 186276"/>
                <a:gd name="connsiteX7" fmla="*/ 48139 w 127797"/>
                <a:gd name="connsiteY7" fmla="*/ 38801 h 186276"/>
                <a:gd name="connsiteX8" fmla="*/ 45749 w 127797"/>
                <a:gd name="connsiteY8" fmla="*/ 41191 h 186276"/>
                <a:gd name="connsiteX9" fmla="*/ 45749 w 127797"/>
                <a:gd name="connsiteY9" fmla="*/ 66761 h 186276"/>
                <a:gd name="connsiteX10" fmla="*/ 48139 w 127797"/>
                <a:gd name="connsiteY10" fmla="*/ 69152 h 186276"/>
                <a:gd name="connsiteX11" fmla="*/ 125407 w 127797"/>
                <a:gd name="connsiteY11" fmla="*/ 69152 h 186276"/>
                <a:gd name="connsiteX12" fmla="*/ 127797 w 127797"/>
                <a:gd name="connsiteY12" fmla="*/ 71542 h 186276"/>
                <a:gd name="connsiteX13" fmla="*/ 127797 w 127797"/>
                <a:gd name="connsiteY13" fmla="*/ 104673 h 186276"/>
                <a:gd name="connsiteX14" fmla="*/ 125407 w 127797"/>
                <a:gd name="connsiteY14" fmla="*/ 107063 h 186276"/>
                <a:gd name="connsiteX15" fmla="*/ 48139 w 127797"/>
                <a:gd name="connsiteY15" fmla="*/ 107063 h 186276"/>
                <a:gd name="connsiteX16" fmla="*/ 45749 w 127797"/>
                <a:gd name="connsiteY16" fmla="*/ 109453 h 186276"/>
                <a:gd name="connsiteX17" fmla="*/ 45749 w 127797"/>
                <a:gd name="connsiteY17" fmla="*/ 145196 h 186276"/>
                <a:gd name="connsiteX18" fmla="*/ 48139 w 127797"/>
                <a:gd name="connsiteY18" fmla="*/ 147587 h 186276"/>
                <a:gd name="connsiteX19" fmla="*/ 125407 w 127797"/>
                <a:gd name="connsiteY19" fmla="*/ 147587 h 186276"/>
                <a:gd name="connsiteX20" fmla="*/ 127797 w 127797"/>
                <a:gd name="connsiteY20" fmla="*/ 149977 h 186276"/>
                <a:gd name="connsiteX21" fmla="*/ 127797 w 127797"/>
                <a:gd name="connsiteY21" fmla="*/ 183886 h 186276"/>
                <a:gd name="connsiteX22" fmla="*/ 125407 w 127797"/>
                <a:gd name="connsiteY22" fmla="*/ 186276 h 186276"/>
                <a:gd name="connsiteX23" fmla="*/ 2390 w 127797"/>
                <a:gd name="connsiteY23" fmla="*/ 186276 h 186276"/>
                <a:gd name="connsiteX24" fmla="*/ 0 w 127797"/>
                <a:gd name="connsiteY24" fmla="*/ 183886 h 186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7797" h="186276">
                  <a:moveTo>
                    <a:pt x="0" y="183941"/>
                  </a:moveTo>
                  <a:lnTo>
                    <a:pt x="0" y="2390"/>
                  </a:lnTo>
                  <a:cubicBezTo>
                    <a:pt x="0" y="1056"/>
                    <a:pt x="1056" y="0"/>
                    <a:pt x="2390" y="0"/>
                  </a:cubicBezTo>
                  <a:lnTo>
                    <a:pt x="125407" y="0"/>
                  </a:lnTo>
                  <a:cubicBezTo>
                    <a:pt x="126741" y="0"/>
                    <a:pt x="127797" y="1056"/>
                    <a:pt x="127797" y="2390"/>
                  </a:cubicBezTo>
                  <a:lnTo>
                    <a:pt x="127797" y="36410"/>
                  </a:lnTo>
                  <a:cubicBezTo>
                    <a:pt x="127797" y="37744"/>
                    <a:pt x="126741" y="38801"/>
                    <a:pt x="125407" y="38801"/>
                  </a:cubicBezTo>
                  <a:lnTo>
                    <a:pt x="48139" y="38801"/>
                  </a:lnTo>
                  <a:cubicBezTo>
                    <a:pt x="46805" y="38801"/>
                    <a:pt x="45749" y="39857"/>
                    <a:pt x="45749" y="41191"/>
                  </a:cubicBezTo>
                  <a:lnTo>
                    <a:pt x="45749" y="66761"/>
                  </a:lnTo>
                  <a:cubicBezTo>
                    <a:pt x="45749" y="68096"/>
                    <a:pt x="46805" y="69152"/>
                    <a:pt x="48139" y="69152"/>
                  </a:cubicBezTo>
                  <a:lnTo>
                    <a:pt x="125407" y="69152"/>
                  </a:lnTo>
                  <a:cubicBezTo>
                    <a:pt x="126741" y="69152"/>
                    <a:pt x="127797" y="70208"/>
                    <a:pt x="127797" y="71542"/>
                  </a:cubicBezTo>
                  <a:lnTo>
                    <a:pt x="127797" y="104673"/>
                  </a:lnTo>
                  <a:cubicBezTo>
                    <a:pt x="127797" y="106007"/>
                    <a:pt x="126741" y="107063"/>
                    <a:pt x="125407" y="107063"/>
                  </a:cubicBezTo>
                  <a:lnTo>
                    <a:pt x="48139" y="107063"/>
                  </a:lnTo>
                  <a:cubicBezTo>
                    <a:pt x="46805" y="107063"/>
                    <a:pt x="45749" y="108119"/>
                    <a:pt x="45749" y="109453"/>
                  </a:cubicBezTo>
                  <a:lnTo>
                    <a:pt x="45749" y="145196"/>
                  </a:lnTo>
                  <a:cubicBezTo>
                    <a:pt x="45749" y="146531"/>
                    <a:pt x="46805" y="147587"/>
                    <a:pt x="48139" y="147587"/>
                  </a:cubicBezTo>
                  <a:lnTo>
                    <a:pt x="125407" y="147587"/>
                  </a:lnTo>
                  <a:cubicBezTo>
                    <a:pt x="126741" y="147587"/>
                    <a:pt x="127797" y="148643"/>
                    <a:pt x="127797" y="149977"/>
                  </a:cubicBezTo>
                  <a:lnTo>
                    <a:pt x="127797" y="183886"/>
                  </a:lnTo>
                  <a:cubicBezTo>
                    <a:pt x="127797" y="185220"/>
                    <a:pt x="126741" y="186276"/>
                    <a:pt x="125407" y="186276"/>
                  </a:cubicBezTo>
                  <a:lnTo>
                    <a:pt x="2390" y="186276"/>
                  </a:lnTo>
                  <a:cubicBezTo>
                    <a:pt x="1056" y="186276"/>
                    <a:pt x="0" y="185220"/>
                    <a:pt x="0" y="1838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7A613C8A-8C2A-1523-0AA8-BB262551A4D7}"/>
                </a:ext>
              </a:extLst>
            </p:cNvPr>
            <p:cNvSpPr/>
            <p:nvPr/>
          </p:nvSpPr>
          <p:spPr>
            <a:xfrm>
              <a:off x="473945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34D52C2B-D04A-6EDC-7FCF-F840968EC1A7}"/>
                </a:ext>
              </a:extLst>
            </p:cNvPr>
            <p:cNvSpPr/>
            <p:nvPr/>
          </p:nvSpPr>
          <p:spPr>
            <a:xfrm>
              <a:off x="888299" y="4782287"/>
              <a:ext cx="94555" cy="172768"/>
            </a:xfrm>
            <a:custGeom>
              <a:avLst/>
              <a:gdLst>
                <a:gd name="connsiteX0" fmla="*/ 92165 w 94555"/>
                <a:gd name="connsiteY0" fmla="*/ 25459 h 172768"/>
                <a:gd name="connsiteX1" fmla="*/ 72265 w 94555"/>
                <a:gd name="connsiteY1" fmla="*/ 25459 h 172768"/>
                <a:gd name="connsiteX2" fmla="*/ 70375 w 94555"/>
                <a:gd name="connsiteY2" fmla="*/ 23569 h 172768"/>
                <a:gd name="connsiteX3" fmla="*/ 70375 w 94555"/>
                <a:gd name="connsiteY3" fmla="*/ 2390 h 172768"/>
                <a:gd name="connsiteX4" fmla="*/ 67984 w 94555"/>
                <a:gd name="connsiteY4" fmla="*/ 0 h 172768"/>
                <a:gd name="connsiteX5" fmla="*/ 26571 w 94555"/>
                <a:gd name="connsiteY5" fmla="*/ 0 h 172768"/>
                <a:gd name="connsiteX6" fmla="*/ 24181 w 94555"/>
                <a:gd name="connsiteY6" fmla="*/ 2390 h 172768"/>
                <a:gd name="connsiteX7" fmla="*/ 24181 w 94555"/>
                <a:gd name="connsiteY7" fmla="*/ 23569 h 172768"/>
                <a:gd name="connsiteX8" fmla="*/ 22291 w 94555"/>
                <a:gd name="connsiteY8" fmla="*/ 25459 h 172768"/>
                <a:gd name="connsiteX9" fmla="*/ 2390 w 94555"/>
                <a:gd name="connsiteY9" fmla="*/ 25459 h 172768"/>
                <a:gd name="connsiteX10" fmla="*/ 0 w 94555"/>
                <a:gd name="connsiteY10" fmla="*/ 27850 h 172768"/>
                <a:gd name="connsiteX11" fmla="*/ 0 w 94555"/>
                <a:gd name="connsiteY11" fmla="*/ 64260 h 172768"/>
                <a:gd name="connsiteX12" fmla="*/ 2390 w 94555"/>
                <a:gd name="connsiteY12" fmla="*/ 66650 h 172768"/>
                <a:gd name="connsiteX13" fmla="*/ 22291 w 94555"/>
                <a:gd name="connsiteY13" fmla="*/ 66650 h 172768"/>
                <a:gd name="connsiteX14" fmla="*/ 24181 w 94555"/>
                <a:gd name="connsiteY14" fmla="*/ 68540 h 172768"/>
                <a:gd name="connsiteX15" fmla="*/ 24181 w 94555"/>
                <a:gd name="connsiteY15" fmla="*/ 170378 h 172768"/>
                <a:gd name="connsiteX16" fmla="*/ 26571 w 94555"/>
                <a:gd name="connsiteY16" fmla="*/ 172768 h 172768"/>
                <a:gd name="connsiteX17" fmla="*/ 67984 w 94555"/>
                <a:gd name="connsiteY17" fmla="*/ 172768 h 172768"/>
                <a:gd name="connsiteX18" fmla="*/ 70375 w 94555"/>
                <a:gd name="connsiteY18" fmla="*/ 170378 h 172768"/>
                <a:gd name="connsiteX19" fmla="*/ 70375 w 94555"/>
                <a:gd name="connsiteY19" fmla="*/ 68596 h 172768"/>
                <a:gd name="connsiteX20" fmla="*/ 72265 w 94555"/>
                <a:gd name="connsiteY20" fmla="*/ 66706 h 172768"/>
                <a:gd name="connsiteX21" fmla="*/ 92165 w 94555"/>
                <a:gd name="connsiteY21" fmla="*/ 66706 h 172768"/>
                <a:gd name="connsiteX22" fmla="*/ 94556 w 94555"/>
                <a:gd name="connsiteY22" fmla="*/ 64316 h 172768"/>
                <a:gd name="connsiteX23" fmla="*/ 94556 w 94555"/>
                <a:gd name="connsiteY23" fmla="*/ 27905 h 172768"/>
                <a:gd name="connsiteX24" fmla="*/ 92165 w 94555"/>
                <a:gd name="connsiteY24" fmla="*/ 25515 h 17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555" h="172768">
                  <a:moveTo>
                    <a:pt x="92165" y="25459"/>
                  </a:moveTo>
                  <a:lnTo>
                    <a:pt x="72265" y="25459"/>
                  </a:lnTo>
                  <a:cubicBezTo>
                    <a:pt x="71209" y="25459"/>
                    <a:pt x="70375" y="24626"/>
                    <a:pt x="70375" y="23569"/>
                  </a:cubicBezTo>
                  <a:lnTo>
                    <a:pt x="70375" y="2390"/>
                  </a:lnTo>
                  <a:cubicBezTo>
                    <a:pt x="70375" y="1056"/>
                    <a:pt x="69319" y="0"/>
                    <a:pt x="67984" y="0"/>
                  </a:cubicBezTo>
                  <a:lnTo>
                    <a:pt x="26571" y="0"/>
                  </a:lnTo>
                  <a:cubicBezTo>
                    <a:pt x="25237" y="0"/>
                    <a:pt x="24181" y="1056"/>
                    <a:pt x="24181" y="2390"/>
                  </a:cubicBezTo>
                  <a:lnTo>
                    <a:pt x="24181" y="23569"/>
                  </a:lnTo>
                  <a:cubicBezTo>
                    <a:pt x="24181" y="24626"/>
                    <a:pt x="23347" y="25459"/>
                    <a:pt x="22291" y="25459"/>
                  </a:cubicBezTo>
                  <a:lnTo>
                    <a:pt x="2390" y="25459"/>
                  </a:lnTo>
                  <a:cubicBezTo>
                    <a:pt x="1056" y="25459"/>
                    <a:pt x="0" y="26516"/>
                    <a:pt x="0" y="27850"/>
                  </a:cubicBezTo>
                  <a:lnTo>
                    <a:pt x="0" y="64260"/>
                  </a:lnTo>
                  <a:cubicBezTo>
                    <a:pt x="0" y="65594"/>
                    <a:pt x="1056" y="66650"/>
                    <a:pt x="2390" y="66650"/>
                  </a:cubicBezTo>
                  <a:lnTo>
                    <a:pt x="22291" y="66650"/>
                  </a:lnTo>
                  <a:cubicBezTo>
                    <a:pt x="23347" y="66650"/>
                    <a:pt x="24181" y="67484"/>
                    <a:pt x="24181" y="68540"/>
                  </a:cubicBezTo>
                  <a:lnTo>
                    <a:pt x="24181" y="170378"/>
                  </a:lnTo>
                  <a:cubicBezTo>
                    <a:pt x="24181" y="171712"/>
                    <a:pt x="25237" y="172768"/>
                    <a:pt x="26571" y="172768"/>
                  </a:cubicBezTo>
                  <a:lnTo>
                    <a:pt x="67984" y="172768"/>
                  </a:lnTo>
                  <a:cubicBezTo>
                    <a:pt x="69319" y="172768"/>
                    <a:pt x="70375" y="171712"/>
                    <a:pt x="70375" y="170378"/>
                  </a:cubicBezTo>
                  <a:lnTo>
                    <a:pt x="70375" y="68596"/>
                  </a:lnTo>
                  <a:cubicBezTo>
                    <a:pt x="70375" y="67540"/>
                    <a:pt x="71209" y="66706"/>
                    <a:pt x="72265" y="66706"/>
                  </a:cubicBezTo>
                  <a:lnTo>
                    <a:pt x="92165" y="66706"/>
                  </a:lnTo>
                  <a:cubicBezTo>
                    <a:pt x="93499" y="66706"/>
                    <a:pt x="94556" y="65650"/>
                    <a:pt x="94556" y="64316"/>
                  </a:cubicBezTo>
                  <a:lnTo>
                    <a:pt x="94556" y="27905"/>
                  </a:lnTo>
                  <a:cubicBezTo>
                    <a:pt x="94556" y="26571"/>
                    <a:pt x="93499" y="25515"/>
                    <a:pt x="92165" y="255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DF6F2E4C-820F-45C4-A8C6-03517E8DD104}"/>
                </a:ext>
              </a:extLst>
            </p:cNvPr>
            <p:cNvSpPr/>
            <p:nvPr/>
          </p:nvSpPr>
          <p:spPr>
            <a:xfrm>
              <a:off x="986067" y="4808025"/>
              <a:ext cx="150322" cy="147030"/>
            </a:xfrm>
            <a:custGeom>
              <a:avLst/>
              <a:gdLst>
                <a:gd name="connsiteX0" fmla="*/ 109243 w 150322"/>
                <a:gd name="connsiteY0" fmla="*/ 2390 h 147030"/>
                <a:gd name="connsiteX1" fmla="*/ 109243 w 150322"/>
                <a:gd name="connsiteY1" fmla="*/ 9506 h 147030"/>
                <a:gd name="connsiteX2" fmla="*/ 66773 w 150322"/>
                <a:gd name="connsiteY2" fmla="*/ 500 h 147030"/>
                <a:gd name="connsiteX3" fmla="*/ 178 w 150322"/>
                <a:gd name="connsiteY3" fmla="*/ 68429 h 147030"/>
                <a:gd name="connsiteX4" fmla="*/ 73444 w 150322"/>
                <a:gd name="connsiteY4" fmla="*/ 147031 h 147030"/>
                <a:gd name="connsiteX5" fmla="*/ 109243 w 150322"/>
                <a:gd name="connsiteY5" fmla="*/ 137748 h 147030"/>
                <a:gd name="connsiteX6" fmla="*/ 109243 w 150322"/>
                <a:gd name="connsiteY6" fmla="*/ 144641 h 147030"/>
                <a:gd name="connsiteX7" fmla="*/ 111633 w 150322"/>
                <a:gd name="connsiteY7" fmla="*/ 147031 h 147030"/>
                <a:gd name="connsiteX8" fmla="*/ 147932 w 150322"/>
                <a:gd name="connsiteY8" fmla="*/ 147031 h 147030"/>
                <a:gd name="connsiteX9" fmla="*/ 150322 w 150322"/>
                <a:gd name="connsiteY9" fmla="*/ 144641 h 147030"/>
                <a:gd name="connsiteX10" fmla="*/ 150322 w 150322"/>
                <a:gd name="connsiteY10" fmla="*/ 2390 h 147030"/>
                <a:gd name="connsiteX11" fmla="*/ 147932 w 150322"/>
                <a:gd name="connsiteY11" fmla="*/ 0 h 147030"/>
                <a:gd name="connsiteX12" fmla="*/ 111633 w 150322"/>
                <a:gd name="connsiteY12" fmla="*/ 0 h 147030"/>
                <a:gd name="connsiteX13" fmla="*/ 109243 w 150322"/>
                <a:gd name="connsiteY13" fmla="*/ 2390 h 147030"/>
                <a:gd name="connsiteX14" fmla="*/ 76724 w 150322"/>
                <a:gd name="connsiteY14" fmla="*/ 105673 h 147030"/>
                <a:gd name="connsiteX15" fmla="*/ 41369 w 150322"/>
                <a:gd name="connsiteY15" fmla="*/ 70319 h 147030"/>
                <a:gd name="connsiteX16" fmla="*/ 70109 w 150322"/>
                <a:gd name="connsiteY16" fmla="*/ 41580 h 147030"/>
                <a:gd name="connsiteX17" fmla="*/ 105463 w 150322"/>
                <a:gd name="connsiteY17" fmla="*/ 76879 h 147030"/>
                <a:gd name="connsiteX18" fmla="*/ 76724 w 150322"/>
                <a:gd name="connsiteY18" fmla="*/ 105673 h 14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322" h="147030">
                  <a:moveTo>
                    <a:pt x="109243" y="2390"/>
                  </a:moveTo>
                  <a:lnTo>
                    <a:pt x="109243" y="9506"/>
                  </a:lnTo>
                  <a:cubicBezTo>
                    <a:pt x="96846" y="2613"/>
                    <a:pt x="82227" y="-889"/>
                    <a:pt x="66773" y="500"/>
                  </a:cubicBezTo>
                  <a:cubicBezTo>
                    <a:pt x="31141" y="3669"/>
                    <a:pt x="2624" y="32741"/>
                    <a:pt x="178" y="68429"/>
                  </a:cubicBezTo>
                  <a:cubicBezTo>
                    <a:pt x="-2768" y="111343"/>
                    <a:pt x="31141" y="147031"/>
                    <a:pt x="73444" y="147031"/>
                  </a:cubicBezTo>
                  <a:cubicBezTo>
                    <a:pt x="86451" y="147031"/>
                    <a:pt x="98625" y="143640"/>
                    <a:pt x="109243" y="137748"/>
                  </a:cubicBezTo>
                  <a:lnTo>
                    <a:pt x="109243" y="144641"/>
                  </a:lnTo>
                  <a:cubicBezTo>
                    <a:pt x="109243" y="145975"/>
                    <a:pt x="110299" y="147031"/>
                    <a:pt x="111633" y="147031"/>
                  </a:cubicBezTo>
                  <a:lnTo>
                    <a:pt x="147932" y="147031"/>
                  </a:lnTo>
                  <a:cubicBezTo>
                    <a:pt x="149266" y="147031"/>
                    <a:pt x="150322" y="145975"/>
                    <a:pt x="150322" y="144641"/>
                  </a:cubicBezTo>
                  <a:lnTo>
                    <a:pt x="150322" y="2390"/>
                  </a:lnTo>
                  <a:cubicBezTo>
                    <a:pt x="150322" y="1056"/>
                    <a:pt x="149266" y="0"/>
                    <a:pt x="147932" y="0"/>
                  </a:cubicBezTo>
                  <a:lnTo>
                    <a:pt x="111633" y="0"/>
                  </a:lnTo>
                  <a:cubicBezTo>
                    <a:pt x="110299" y="0"/>
                    <a:pt x="109243" y="1056"/>
                    <a:pt x="109243" y="2390"/>
                  </a:cubicBezTo>
                  <a:close/>
                  <a:moveTo>
                    <a:pt x="76724" y="105673"/>
                  </a:moveTo>
                  <a:cubicBezTo>
                    <a:pt x="56378" y="107730"/>
                    <a:pt x="39368" y="90720"/>
                    <a:pt x="41369" y="70319"/>
                  </a:cubicBezTo>
                  <a:cubicBezTo>
                    <a:pt x="42870" y="55255"/>
                    <a:pt x="55044" y="43081"/>
                    <a:pt x="70109" y="41580"/>
                  </a:cubicBezTo>
                  <a:cubicBezTo>
                    <a:pt x="90454" y="39523"/>
                    <a:pt x="107464" y="56533"/>
                    <a:pt x="105463" y="76879"/>
                  </a:cubicBezTo>
                  <a:cubicBezTo>
                    <a:pt x="103962" y="91943"/>
                    <a:pt x="91788" y="104172"/>
                    <a:pt x="76724" y="10567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F5AC4AA7-15D8-FC84-5990-22D59FB102FD}"/>
                </a:ext>
              </a:extLst>
            </p:cNvPr>
            <p:cNvSpPr/>
            <p:nvPr/>
          </p:nvSpPr>
          <p:spPr>
            <a:xfrm>
              <a:off x="1150231" y="4807969"/>
              <a:ext cx="104061" cy="147086"/>
            </a:xfrm>
            <a:custGeom>
              <a:avLst/>
              <a:gdLst>
                <a:gd name="connsiteX0" fmla="*/ 73321 w 104061"/>
                <a:gd name="connsiteY0" fmla="*/ 167 h 147086"/>
                <a:gd name="connsiteX1" fmla="*/ 41080 w 104061"/>
                <a:gd name="connsiteY1" fmla="*/ 7616 h 147086"/>
                <a:gd name="connsiteX2" fmla="*/ 41080 w 104061"/>
                <a:gd name="connsiteY2" fmla="*/ 2390 h 147086"/>
                <a:gd name="connsiteX3" fmla="*/ 38689 w 104061"/>
                <a:gd name="connsiteY3" fmla="*/ 0 h 147086"/>
                <a:gd name="connsiteX4" fmla="*/ 2390 w 104061"/>
                <a:gd name="connsiteY4" fmla="*/ 0 h 147086"/>
                <a:gd name="connsiteX5" fmla="*/ 0 w 104061"/>
                <a:gd name="connsiteY5" fmla="*/ 2390 h 147086"/>
                <a:gd name="connsiteX6" fmla="*/ 0 w 104061"/>
                <a:gd name="connsiteY6" fmla="*/ 144696 h 147086"/>
                <a:gd name="connsiteX7" fmla="*/ 2390 w 104061"/>
                <a:gd name="connsiteY7" fmla="*/ 147086 h 147086"/>
                <a:gd name="connsiteX8" fmla="*/ 38689 w 104061"/>
                <a:gd name="connsiteY8" fmla="*/ 147086 h 147086"/>
                <a:gd name="connsiteX9" fmla="*/ 41080 w 104061"/>
                <a:gd name="connsiteY9" fmla="*/ 144696 h 147086"/>
                <a:gd name="connsiteX10" fmla="*/ 41080 w 104061"/>
                <a:gd name="connsiteY10" fmla="*/ 65427 h 147086"/>
                <a:gd name="connsiteX11" fmla="*/ 85884 w 104061"/>
                <a:gd name="connsiteY11" fmla="*/ 43915 h 147086"/>
                <a:gd name="connsiteX12" fmla="*/ 104061 w 104061"/>
                <a:gd name="connsiteY12" fmla="*/ 6837 h 147086"/>
                <a:gd name="connsiteX13" fmla="*/ 73376 w 104061"/>
                <a:gd name="connsiteY13" fmla="*/ 167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061" h="147086">
                  <a:moveTo>
                    <a:pt x="73321" y="167"/>
                  </a:moveTo>
                  <a:cubicBezTo>
                    <a:pt x="61759" y="167"/>
                    <a:pt x="50808" y="2835"/>
                    <a:pt x="41080" y="7616"/>
                  </a:cubicBezTo>
                  <a:lnTo>
                    <a:pt x="41080" y="2390"/>
                  </a:lnTo>
                  <a:cubicBezTo>
                    <a:pt x="41080" y="1056"/>
                    <a:pt x="40024" y="0"/>
                    <a:pt x="38689" y="0"/>
                  </a:cubicBezTo>
                  <a:lnTo>
                    <a:pt x="2390" y="0"/>
                  </a:lnTo>
                  <a:cubicBezTo>
                    <a:pt x="1056" y="0"/>
                    <a:pt x="0" y="1056"/>
                    <a:pt x="0" y="2390"/>
                  </a:cubicBezTo>
                  <a:lnTo>
                    <a:pt x="0" y="144696"/>
                  </a:lnTo>
                  <a:cubicBezTo>
                    <a:pt x="0" y="146030"/>
                    <a:pt x="1056" y="147086"/>
                    <a:pt x="2390" y="147086"/>
                  </a:cubicBezTo>
                  <a:lnTo>
                    <a:pt x="38689" y="147086"/>
                  </a:lnTo>
                  <a:cubicBezTo>
                    <a:pt x="40024" y="147086"/>
                    <a:pt x="41080" y="146030"/>
                    <a:pt x="41080" y="144696"/>
                  </a:cubicBezTo>
                  <a:lnTo>
                    <a:pt x="41080" y="65427"/>
                  </a:lnTo>
                  <a:cubicBezTo>
                    <a:pt x="41135" y="47639"/>
                    <a:pt x="60313" y="36021"/>
                    <a:pt x="85884" y="43915"/>
                  </a:cubicBezTo>
                  <a:lnTo>
                    <a:pt x="104061" y="6837"/>
                  </a:lnTo>
                  <a:cubicBezTo>
                    <a:pt x="94722" y="2557"/>
                    <a:pt x="84327" y="167"/>
                    <a:pt x="73376" y="1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4618E767-40E2-EC3A-1269-ABED0AC2E88B}"/>
                </a:ext>
              </a:extLst>
            </p:cNvPr>
            <p:cNvSpPr/>
            <p:nvPr/>
          </p:nvSpPr>
          <p:spPr>
            <a:xfrm>
              <a:off x="330583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0EBB9939-68A9-C97F-4E74-CBE7A34E69C2}"/>
                </a:ext>
              </a:extLst>
            </p:cNvPr>
            <p:cNvSpPr/>
            <p:nvPr/>
          </p:nvSpPr>
          <p:spPr>
            <a:xfrm>
              <a:off x="609375" y="4808260"/>
              <a:ext cx="146717" cy="146727"/>
            </a:xfrm>
            <a:custGeom>
              <a:avLst/>
              <a:gdLst>
                <a:gd name="connsiteX0" fmla="*/ 77195 w 146717"/>
                <a:gd name="connsiteY0" fmla="*/ 98 h 146727"/>
                <a:gd name="connsiteX1" fmla="*/ 94 w 146717"/>
                <a:gd name="connsiteY1" fmla="*/ 77199 h 146727"/>
                <a:gd name="connsiteX2" fmla="*/ 69523 w 146717"/>
                <a:gd name="connsiteY2" fmla="*/ 146629 h 146727"/>
                <a:gd name="connsiteX3" fmla="*/ 146624 w 146717"/>
                <a:gd name="connsiteY3" fmla="*/ 69528 h 146727"/>
                <a:gd name="connsiteX4" fmla="*/ 77195 w 146717"/>
                <a:gd name="connsiteY4" fmla="*/ 98 h 146727"/>
                <a:gd name="connsiteX5" fmla="*/ 77306 w 146717"/>
                <a:gd name="connsiteY5" fmla="*/ 105716 h 146727"/>
                <a:gd name="connsiteX6" fmla="*/ 41952 w 146717"/>
                <a:gd name="connsiteY6" fmla="*/ 70362 h 146727"/>
                <a:gd name="connsiteX7" fmla="*/ 70746 w 146717"/>
                <a:gd name="connsiteY7" fmla="*/ 41567 h 146727"/>
                <a:gd name="connsiteX8" fmla="*/ 106100 w 146717"/>
                <a:gd name="connsiteY8" fmla="*/ 76921 h 146727"/>
                <a:gd name="connsiteX9" fmla="*/ 77306 w 146717"/>
                <a:gd name="connsiteY9" fmla="*/ 105716 h 14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717" h="146727">
                  <a:moveTo>
                    <a:pt x="77195" y="98"/>
                  </a:moveTo>
                  <a:cubicBezTo>
                    <a:pt x="33669" y="-2125"/>
                    <a:pt x="-2074" y="33674"/>
                    <a:pt x="94" y="77199"/>
                  </a:cubicBezTo>
                  <a:cubicBezTo>
                    <a:pt x="1984" y="114499"/>
                    <a:pt x="32279" y="144739"/>
                    <a:pt x="69523" y="146629"/>
                  </a:cubicBezTo>
                  <a:cubicBezTo>
                    <a:pt x="113049" y="148852"/>
                    <a:pt x="148792" y="113054"/>
                    <a:pt x="146624" y="69528"/>
                  </a:cubicBezTo>
                  <a:cubicBezTo>
                    <a:pt x="144734" y="32228"/>
                    <a:pt x="114439" y="1988"/>
                    <a:pt x="77195" y="98"/>
                  </a:cubicBezTo>
                  <a:close/>
                  <a:moveTo>
                    <a:pt x="77306" y="105716"/>
                  </a:moveTo>
                  <a:cubicBezTo>
                    <a:pt x="56905" y="107717"/>
                    <a:pt x="39950" y="90763"/>
                    <a:pt x="41952" y="70362"/>
                  </a:cubicBezTo>
                  <a:cubicBezTo>
                    <a:pt x="43453" y="55297"/>
                    <a:pt x="55626" y="43068"/>
                    <a:pt x="70746" y="41567"/>
                  </a:cubicBezTo>
                  <a:cubicBezTo>
                    <a:pt x="91147" y="39566"/>
                    <a:pt x="108102" y="56520"/>
                    <a:pt x="106100" y="76921"/>
                  </a:cubicBezTo>
                  <a:cubicBezTo>
                    <a:pt x="104600" y="91986"/>
                    <a:pt x="92426" y="104215"/>
                    <a:pt x="77306" y="10571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466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/>
          <p:nvPr userDrawn="1"/>
        </p:nvSpPr>
        <p:spPr>
          <a:xfrm>
            <a:off x="8588710" y="4882300"/>
            <a:ext cx="555290" cy="1388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560" y="224043"/>
            <a:ext cx="7876108" cy="480600"/>
          </a:xfrm>
        </p:spPr>
        <p:txBody>
          <a:bodyPr lIns="0"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/>
          <p:nvPr userDrawn="1"/>
        </p:nvSpPr>
        <p:spPr>
          <a:xfrm>
            <a:off x="1" y="-2926"/>
            <a:ext cx="90776" cy="2734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 dirty="0">
              <a:solidFill>
                <a:srgbClr val="134B8C"/>
              </a:solidFill>
            </a:endParaRPr>
          </a:p>
        </p:txBody>
      </p:sp>
      <p:sp>
        <p:nvSpPr>
          <p:cNvPr id="14" name="內容版面配置區 20">
            <a:extLst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2854" y="841773"/>
            <a:ext cx="8761837" cy="3963372"/>
          </a:xfrm>
        </p:spPr>
        <p:txBody>
          <a:bodyPr lIns="36000">
            <a:normAutofit/>
          </a:bodyPr>
          <a:lstStyle>
            <a:lvl1pPr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/>
          <p:nvPr userDrawn="1"/>
        </p:nvSpPr>
        <p:spPr>
          <a:xfrm>
            <a:off x="1" y="215041"/>
            <a:ext cx="90774" cy="4896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rgbClr val="134B8C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 txBox="1"/>
          <p:nvPr userDrawn="1"/>
        </p:nvSpPr>
        <p:spPr>
          <a:xfrm>
            <a:off x="8723945" y="4843722"/>
            <a:ext cx="318579" cy="2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07BEBEB-1EAC-DE58-02F4-E2F30FE75EC2}"/>
              </a:ext>
            </a:extLst>
          </p:cNvPr>
          <p:cNvSpPr txBox="1"/>
          <p:nvPr userDrawn="1"/>
        </p:nvSpPr>
        <p:spPr>
          <a:xfrm>
            <a:off x="5885689" y="4882300"/>
            <a:ext cx="2703022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[ Confidential ]   [ Security P ]   © </a:t>
            </a:r>
            <a:fld id="{507DB48C-140F-478A-84DB-5E1F8C46EB30}" type="datetimeyyyy">
              <a:rPr lang="en-US" altLang="zh-TW" sz="450" kern="1200" smtClean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pPr marL="0" marR="0" lvl="0" indent="0" algn="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Ennostar Inc. &amp; Ennostar Corp. All Rights Reserved.</a:t>
            </a:r>
            <a:endParaRPr lang="zh-TW" altLang="en-US" sz="450" kern="1200" dirty="0">
              <a:solidFill>
                <a:schemeClr val="tx1"/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5CC22627-0EC7-2FF8-272C-4A5D1BEC1DF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68308" y="221170"/>
            <a:ext cx="731520" cy="127950"/>
            <a:chOff x="189000" y="4768780"/>
            <a:chExt cx="1065292" cy="186331"/>
          </a:xfrm>
          <a:solidFill>
            <a:schemeClr val="accent1"/>
          </a:solidFill>
        </p:grpSpPr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408996C7-F996-9B38-9D3E-AEDDD0607DBA}"/>
                </a:ext>
              </a:extLst>
            </p:cNvPr>
            <p:cNvSpPr/>
            <p:nvPr/>
          </p:nvSpPr>
          <p:spPr>
            <a:xfrm>
              <a:off x="761892" y="4807135"/>
              <a:ext cx="125017" cy="147642"/>
            </a:xfrm>
            <a:custGeom>
              <a:avLst/>
              <a:gdLst>
                <a:gd name="connsiteX0" fmla="*/ 72709 w 125017"/>
                <a:gd name="connsiteY0" fmla="*/ 57089 h 147642"/>
                <a:gd name="connsiteX1" fmla="*/ 49307 w 125017"/>
                <a:gd name="connsiteY1" fmla="*/ 50141 h 147642"/>
                <a:gd name="connsiteX2" fmla="*/ 43692 w 125017"/>
                <a:gd name="connsiteY2" fmla="*/ 42080 h 147642"/>
                <a:gd name="connsiteX3" fmla="*/ 48195 w 125017"/>
                <a:gd name="connsiteY3" fmla="*/ 33575 h 147642"/>
                <a:gd name="connsiteX4" fmla="*/ 59813 w 125017"/>
                <a:gd name="connsiteY4" fmla="*/ 30296 h 147642"/>
                <a:gd name="connsiteX5" fmla="*/ 70764 w 125017"/>
                <a:gd name="connsiteY5" fmla="*/ 33242 h 147642"/>
                <a:gd name="connsiteX6" fmla="*/ 76545 w 125017"/>
                <a:gd name="connsiteY6" fmla="*/ 42025 h 147642"/>
                <a:gd name="connsiteX7" fmla="*/ 117069 w 125017"/>
                <a:gd name="connsiteY7" fmla="*/ 42025 h 147642"/>
                <a:gd name="connsiteX8" fmla="*/ 99614 w 125017"/>
                <a:gd name="connsiteY8" fmla="*/ 12063 h 147642"/>
                <a:gd name="connsiteX9" fmla="*/ 61036 w 125017"/>
                <a:gd name="connsiteY9" fmla="*/ 0 h 147642"/>
                <a:gd name="connsiteX10" fmla="*/ 18956 w 125017"/>
                <a:gd name="connsiteY10" fmla="*/ 12174 h 147642"/>
                <a:gd name="connsiteX11" fmla="*/ 2557 w 125017"/>
                <a:gd name="connsiteY11" fmla="*/ 43581 h 147642"/>
                <a:gd name="connsiteX12" fmla="*/ 16676 w 125017"/>
                <a:gd name="connsiteY12" fmla="*/ 69652 h 147642"/>
                <a:gd name="connsiteX13" fmla="*/ 57867 w 125017"/>
                <a:gd name="connsiteY13" fmla="*/ 86718 h 147642"/>
                <a:gd name="connsiteX14" fmla="*/ 77156 w 125017"/>
                <a:gd name="connsiteY14" fmla="*/ 93777 h 147642"/>
                <a:gd name="connsiteX15" fmla="*/ 83938 w 125017"/>
                <a:gd name="connsiteY15" fmla="*/ 103783 h 147642"/>
                <a:gd name="connsiteX16" fmla="*/ 78491 w 125017"/>
                <a:gd name="connsiteY16" fmla="*/ 113511 h 147642"/>
                <a:gd name="connsiteX17" fmla="*/ 64538 w 125017"/>
                <a:gd name="connsiteY17" fmla="*/ 117291 h 147642"/>
                <a:gd name="connsiteX18" fmla="*/ 49974 w 125017"/>
                <a:gd name="connsiteY18" fmla="*/ 112733 h 147642"/>
                <a:gd name="connsiteX19" fmla="*/ 42525 w 125017"/>
                <a:gd name="connsiteY19" fmla="*/ 99392 h 147642"/>
                <a:gd name="connsiteX20" fmla="*/ 0 w 125017"/>
                <a:gd name="connsiteY20" fmla="*/ 99392 h 147642"/>
                <a:gd name="connsiteX21" fmla="*/ 18900 w 125017"/>
                <a:gd name="connsiteY21" fmla="*/ 134301 h 147642"/>
                <a:gd name="connsiteX22" fmla="*/ 63815 w 125017"/>
                <a:gd name="connsiteY22" fmla="*/ 147642 h 147642"/>
                <a:gd name="connsiteX23" fmla="*/ 107841 w 125017"/>
                <a:gd name="connsiteY23" fmla="*/ 134412 h 147642"/>
                <a:gd name="connsiteX24" fmla="*/ 125018 w 125017"/>
                <a:gd name="connsiteY24" fmla="*/ 100392 h 147642"/>
                <a:gd name="connsiteX25" fmla="*/ 111677 w 125017"/>
                <a:gd name="connsiteY25" fmla="*/ 73821 h 147642"/>
                <a:gd name="connsiteX26" fmla="*/ 72821 w 125017"/>
                <a:gd name="connsiteY26" fmla="*/ 57145 h 147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5017" h="147642">
                  <a:moveTo>
                    <a:pt x="72709" y="57089"/>
                  </a:moveTo>
                  <a:cubicBezTo>
                    <a:pt x="62092" y="54476"/>
                    <a:pt x="53031" y="52197"/>
                    <a:pt x="49307" y="50141"/>
                  </a:cubicBezTo>
                  <a:cubicBezTo>
                    <a:pt x="45582" y="48139"/>
                    <a:pt x="43692" y="45416"/>
                    <a:pt x="43692" y="42080"/>
                  </a:cubicBezTo>
                  <a:cubicBezTo>
                    <a:pt x="43692" y="38745"/>
                    <a:pt x="45193" y="35743"/>
                    <a:pt x="48195" y="33575"/>
                  </a:cubicBezTo>
                  <a:cubicBezTo>
                    <a:pt x="51197" y="31407"/>
                    <a:pt x="55088" y="30296"/>
                    <a:pt x="59813" y="30296"/>
                  </a:cubicBezTo>
                  <a:cubicBezTo>
                    <a:pt x="64260" y="30296"/>
                    <a:pt x="67929" y="31296"/>
                    <a:pt x="70764" y="33242"/>
                  </a:cubicBezTo>
                  <a:cubicBezTo>
                    <a:pt x="73599" y="35187"/>
                    <a:pt x="75544" y="38134"/>
                    <a:pt x="76545" y="42025"/>
                  </a:cubicBezTo>
                  <a:lnTo>
                    <a:pt x="117069" y="42025"/>
                  </a:lnTo>
                  <a:cubicBezTo>
                    <a:pt x="116179" y="30073"/>
                    <a:pt x="110343" y="20123"/>
                    <a:pt x="99614" y="12063"/>
                  </a:cubicBezTo>
                  <a:cubicBezTo>
                    <a:pt x="88886" y="4002"/>
                    <a:pt x="75989" y="0"/>
                    <a:pt x="61036" y="0"/>
                  </a:cubicBezTo>
                  <a:cubicBezTo>
                    <a:pt x="43915" y="0"/>
                    <a:pt x="29906" y="4058"/>
                    <a:pt x="18956" y="12174"/>
                  </a:cubicBezTo>
                  <a:cubicBezTo>
                    <a:pt x="8005" y="20290"/>
                    <a:pt x="2557" y="30740"/>
                    <a:pt x="2557" y="43581"/>
                  </a:cubicBezTo>
                  <a:cubicBezTo>
                    <a:pt x="2557" y="54365"/>
                    <a:pt x="8505" y="63037"/>
                    <a:pt x="16676" y="69652"/>
                  </a:cubicBezTo>
                  <a:cubicBezTo>
                    <a:pt x="24959" y="76323"/>
                    <a:pt x="38689" y="81993"/>
                    <a:pt x="57867" y="86718"/>
                  </a:cubicBezTo>
                  <a:cubicBezTo>
                    <a:pt x="67373" y="89052"/>
                    <a:pt x="73821" y="91443"/>
                    <a:pt x="77156" y="93777"/>
                  </a:cubicBezTo>
                  <a:cubicBezTo>
                    <a:pt x="80436" y="96112"/>
                    <a:pt x="83938" y="99447"/>
                    <a:pt x="83938" y="103783"/>
                  </a:cubicBezTo>
                  <a:cubicBezTo>
                    <a:pt x="83938" y="107786"/>
                    <a:pt x="82104" y="111010"/>
                    <a:pt x="78491" y="113511"/>
                  </a:cubicBezTo>
                  <a:cubicBezTo>
                    <a:pt x="74822" y="116013"/>
                    <a:pt x="70208" y="117291"/>
                    <a:pt x="64538" y="117291"/>
                  </a:cubicBezTo>
                  <a:cubicBezTo>
                    <a:pt x="58590" y="117291"/>
                    <a:pt x="53698" y="115790"/>
                    <a:pt x="49974" y="112733"/>
                  </a:cubicBezTo>
                  <a:cubicBezTo>
                    <a:pt x="46249" y="109676"/>
                    <a:pt x="43748" y="105229"/>
                    <a:pt x="42525" y="99392"/>
                  </a:cubicBezTo>
                  <a:lnTo>
                    <a:pt x="0" y="99392"/>
                  </a:lnTo>
                  <a:cubicBezTo>
                    <a:pt x="834" y="113734"/>
                    <a:pt x="7115" y="125407"/>
                    <a:pt x="18900" y="134301"/>
                  </a:cubicBezTo>
                  <a:cubicBezTo>
                    <a:pt x="30685" y="143195"/>
                    <a:pt x="45638" y="147642"/>
                    <a:pt x="63815" y="147642"/>
                  </a:cubicBezTo>
                  <a:cubicBezTo>
                    <a:pt x="81993" y="147642"/>
                    <a:pt x="96446" y="143251"/>
                    <a:pt x="107841" y="134412"/>
                  </a:cubicBezTo>
                  <a:cubicBezTo>
                    <a:pt x="119292" y="125629"/>
                    <a:pt x="125018" y="114234"/>
                    <a:pt x="125018" y="100392"/>
                  </a:cubicBezTo>
                  <a:cubicBezTo>
                    <a:pt x="125018" y="89330"/>
                    <a:pt x="119348" y="80492"/>
                    <a:pt x="111677" y="73821"/>
                  </a:cubicBezTo>
                  <a:cubicBezTo>
                    <a:pt x="103894" y="67151"/>
                    <a:pt x="90942" y="61592"/>
                    <a:pt x="72821" y="5714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6219661E-F9AC-3DB2-0914-2B1C26D0F585}"/>
                </a:ext>
              </a:extLst>
            </p:cNvPr>
            <p:cNvSpPr/>
            <p:nvPr/>
          </p:nvSpPr>
          <p:spPr>
            <a:xfrm>
              <a:off x="189000" y="4768780"/>
              <a:ext cx="127797" cy="186276"/>
            </a:xfrm>
            <a:custGeom>
              <a:avLst/>
              <a:gdLst>
                <a:gd name="connsiteX0" fmla="*/ 0 w 127797"/>
                <a:gd name="connsiteY0" fmla="*/ 183941 h 186276"/>
                <a:gd name="connsiteX1" fmla="*/ 0 w 127797"/>
                <a:gd name="connsiteY1" fmla="*/ 2390 h 186276"/>
                <a:gd name="connsiteX2" fmla="*/ 2390 w 127797"/>
                <a:gd name="connsiteY2" fmla="*/ 0 h 186276"/>
                <a:gd name="connsiteX3" fmla="*/ 125407 w 127797"/>
                <a:gd name="connsiteY3" fmla="*/ 0 h 186276"/>
                <a:gd name="connsiteX4" fmla="*/ 127797 w 127797"/>
                <a:gd name="connsiteY4" fmla="*/ 2390 h 186276"/>
                <a:gd name="connsiteX5" fmla="*/ 127797 w 127797"/>
                <a:gd name="connsiteY5" fmla="*/ 36410 h 186276"/>
                <a:gd name="connsiteX6" fmla="*/ 125407 w 127797"/>
                <a:gd name="connsiteY6" fmla="*/ 38801 h 186276"/>
                <a:gd name="connsiteX7" fmla="*/ 48139 w 127797"/>
                <a:gd name="connsiteY7" fmla="*/ 38801 h 186276"/>
                <a:gd name="connsiteX8" fmla="*/ 45749 w 127797"/>
                <a:gd name="connsiteY8" fmla="*/ 41191 h 186276"/>
                <a:gd name="connsiteX9" fmla="*/ 45749 w 127797"/>
                <a:gd name="connsiteY9" fmla="*/ 66761 h 186276"/>
                <a:gd name="connsiteX10" fmla="*/ 48139 w 127797"/>
                <a:gd name="connsiteY10" fmla="*/ 69152 h 186276"/>
                <a:gd name="connsiteX11" fmla="*/ 125407 w 127797"/>
                <a:gd name="connsiteY11" fmla="*/ 69152 h 186276"/>
                <a:gd name="connsiteX12" fmla="*/ 127797 w 127797"/>
                <a:gd name="connsiteY12" fmla="*/ 71542 h 186276"/>
                <a:gd name="connsiteX13" fmla="*/ 127797 w 127797"/>
                <a:gd name="connsiteY13" fmla="*/ 104673 h 186276"/>
                <a:gd name="connsiteX14" fmla="*/ 125407 w 127797"/>
                <a:gd name="connsiteY14" fmla="*/ 107063 h 186276"/>
                <a:gd name="connsiteX15" fmla="*/ 48139 w 127797"/>
                <a:gd name="connsiteY15" fmla="*/ 107063 h 186276"/>
                <a:gd name="connsiteX16" fmla="*/ 45749 w 127797"/>
                <a:gd name="connsiteY16" fmla="*/ 109453 h 186276"/>
                <a:gd name="connsiteX17" fmla="*/ 45749 w 127797"/>
                <a:gd name="connsiteY17" fmla="*/ 145196 h 186276"/>
                <a:gd name="connsiteX18" fmla="*/ 48139 w 127797"/>
                <a:gd name="connsiteY18" fmla="*/ 147587 h 186276"/>
                <a:gd name="connsiteX19" fmla="*/ 125407 w 127797"/>
                <a:gd name="connsiteY19" fmla="*/ 147587 h 186276"/>
                <a:gd name="connsiteX20" fmla="*/ 127797 w 127797"/>
                <a:gd name="connsiteY20" fmla="*/ 149977 h 186276"/>
                <a:gd name="connsiteX21" fmla="*/ 127797 w 127797"/>
                <a:gd name="connsiteY21" fmla="*/ 183886 h 186276"/>
                <a:gd name="connsiteX22" fmla="*/ 125407 w 127797"/>
                <a:gd name="connsiteY22" fmla="*/ 186276 h 186276"/>
                <a:gd name="connsiteX23" fmla="*/ 2390 w 127797"/>
                <a:gd name="connsiteY23" fmla="*/ 186276 h 186276"/>
                <a:gd name="connsiteX24" fmla="*/ 0 w 127797"/>
                <a:gd name="connsiteY24" fmla="*/ 183886 h 186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7797" h="186276">
                  <a:moveTo>
                    <a:pt x="0" y="183941"/>
                  </a:moveTo>
                  <a:lnTo>
                    <a:pt x="0" y="2390"/>
                  </a:lnTo>
                  <a:cubicBezTo>
                    <a:pt x="0" y="1056"/>
                    <a:pt x="1056" y="0"/>
                    <a:pt x="2390" y="0"/>
                  </a:cubicBezTo>
                  <a:lnTo>
                    <a:pt x="125407" y="0"/>
                  </a:lnTo>
                  <a:cubicBezTo>
                    <a:pt x="126741" y="0"/>
                    <a:pt x="127797" y="1056"/>
                    <a:pt x="127797" y="2390"/>
                  </a:cubicBezTo>
                  <a:lnTo>
                    <a:pt x="127797" y="36410"/>
                  </a:lnTo>
                  <a:cubicBezTo>
                    <a:pt x="127797" y="37744"/>
                    <a:pt x="126741" y="38801"/>
                    <a:pt x="125407" y="38801"/>
                  </a:cubicBezTo>
                  <a:lnTo>
                    <a:pt x="48139" y="38801"/>
                  </a:lnTo>
                  <a:cubicBezTo>
                    <a:pt x="46805" y="38801"/>
                    <a:pt x="45749" y="39857"/>
                    <a:pt x="45749" y="41191"/>
                  </a:cubicBezTo>
                  <a:lnTo>
                    <a:pt x="45749" y="66761"/>
                  </a:lnTo>
                  <a:cubicBezTo>
                    <a:pt x="45749" y="68096"/>
                    <a:pt x="46805" y="69152"/>
                    <a:pt x="48139" y="69152"/>
                  </a:cubicBezTo>
                  <a:lnTo>
                    <a:pt x="125407" y="69152"/>
                  </a:lnTo>
                  <a:cubicBezTo>
                    <a:pt x="126741" y="69152"/>
                    <a:pt x="127797" y="70208"/>
                    <a:pt x="127797" y="71542"/>
                  </a:cubicBezTo>
                  <a:lnTo>
                    <a:pt x="127797" y="104673"/>
                  </a:lnTo>
                  <a:cubicBezTo>
                    <a:pt x="127797" y="106007"/>
                    <a:pt x="126741" y="107063"/>
                    <a:pt x="125407" y="107063"/>
                  </a:cubicBezTo>
                  <a:lnTo>
                    <a:pt x="48139" y="107063"/>
                  </a:lnTo>
                  <a:cubicBezTo>
                    <a:pt x="46805" y="107063"/>
                    <a:pt x="45749" y="108119"/>
                    <a:pt x="45749" y="109453"/>
                  </a:cubicBezTo>
                  <a:lnTo>
                    <a:pt x="45749" y="145196"/>
                  </a:lnTo>
                  <a:cubicBezTo>
                    <a:pt x="45749" y="146531"/>
                    <a:pt x="46805" y="147587"/>
                    <a:pt x="48139" y="147587"/>
                  </a:cubicBezTo>
                  <a:lnTo>
                    <a:pt x="125407" y="147587"/>
                  </a:lnTo>
                  <a:cubicBezTo>
                    <a:pt x="126741" y="147587"/>
                    <a:pt x="127797" y="148643"/>
                    <a:pt x="127797" y="149977"/>
                  </a:cubicBezTo>
                  <a:lnTo>
                    <a:pt x="127797" y="183886"/>
                  </a:lnTo>
                  <a:cubicBezTo>
                    <a:pt x="127797" y="185220"/>
                    <a:pt x="126741" y="186276"/>
                    <a:pt x="125407" y="186276"/>
                  </a:cubicBezTo>
                  <a:lnTo>
                    <a:pt x="2390" y="186276"/>
                  </a:lnTo>
                  <a:cubicBezTo>
                    <a:pt x="1056" y="186276"/>
                    <a:pt x="0" y="185220"/>
                    <a:pt x="0" y="1838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6D2540B6-74D7-BF17-62DE-D36FA09A3324}"/>
                </a:ext>
              </a:extLst>
            </p:cNvPr>
            <p:cNvSpPr/>
            <p:nvPr/>
          </p:nvSpPr>
          <p:spPr>
            <a:xfrm>
              <a:off x="473945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95A9F677-E62A-B977-1184-CB2F7783ACB9}"/>
                </a:ext>
              </a:extLst>
            </p:cNvPr>
            <p:cNvSpPr/>
            <p:nvPr/>
          </p:nvSpPr>
          <p:spPr>
            <a:xfrm>
              <a:off x="888299" y="4782287"/>
              <a:ext cx="94555" cy="172768"/>
            </a:xfrm>
            <a:custGeom>
              <a:avLst/>
              <a:gdLst>
                <a:gd name="connsiteX0" fmla="*/ 92165 w 94555"/>
                <a:gd name="connsiteY0" fmla="*/ 25459 h 172768"/>
                <a:gd name="connsiteX1" fmla="*/ 72265 w 94555"/>
                <a:gd name="connsiteY1" fmla="*/ 25459 h 172768"/>
                <a:gd name="connsiteX2" fmla="*/ 70375 w 94555"/>
                <a:gd name="connsiteY2" fmla="*/ 23569 h 172768"/>
                <a:gd name="connsiteX3" fmla="*/ 70375 w 94555"/>
                <a:gd name="connsiteY3" fmla="*/ 2390 h 172768"/>
                <a:gd name="connsiteX4" fmla="*/ 67984 w 94555"/>
                <a:gd name="connsiteY4" fmla="*/ 0 h 172768"/>
                <a:gd name="connsiteX5" fmla="*/ 26571 w 94555"/>
                <a:gd name="connsiteY5" fmla="*/ 0 h 172768"/>
                <a:gd name="connsiteX6" fmla="*/ 24181 w 94555"/>
                <a:gd name="connsiteY6" fmla="*/ 2390 h 172768"/>
                <a:gd name="connsiteX7" fmla="*/ 24181 w 94555"/>
                <a:gd name="connsiteY7" fmla="*/ 23569 h 172768"/>
                <a:gd name="connsiteX8" fmla="*/ 22291 w 94555"/>
                <a:gd name="connsiteY8" fmla="*/ 25459 h 172768"/>
                <a:gd name="connsiteX9" fmla="*/ 2390 w 94555"/>
                <a:gd name="connsiteY9" fmla="*/ 25459 h 172768"/>
                <a:gd name="connsiteX10" fmla="*/ 0 w 94555"/>
                <a:gd name="connsiteY10" fmla="*/ 27850 h 172768"/>
                <a:gd name="connsiteX11" fmla="*/ 0 w 94555"/>
                <a:gd name="connsiteY11" fmla="*/ 64260 h 172768"/>
                <a:gd name="connsiteX12" fmla="*/ 2390 w 94555"/>
                <a:gd name="connsiteY12" fmla="*/ 66650 h 172768"/>
                <a:gd name="connsiteX13" fmla="*/ 22291 w 94555"/>
                <a:gd name="connsiteY13" fmla="*/ 66650 h 172768"/>
                <a:gd name="connsiteX14" fmla="*/ 24181 w 94555"/>
                <a:gd name="connsiteY14" fmla="*/ 68540 h 172768"/>
                <a:gd name="connsiteX15" fmla="*/ 24181 w 94555"/>
                <a:gd name="connsiteY15" fmla="*/ 170378 h 172768"/>
                <a:gd name="connsiteX16" fmla="*/ 26571 w 94555"/>
                <a:gd name="connsiteY16" fmla="*/ 172768 h 172768"/>
                <a:gd name="connsiteX17" fmla="*/ 67984 w 94555"/>
                <a:gd name="connsiteY17" fmla="*/ 172768 h 172768"/>
                <a:gd name="connsiteX18" fmla="*/ 70375 w 94555"/>
                <a:gd name="connsiteY18" fmla="*/ 170378 h 172768"/>
                <a:gd name="connsiteX19" fmla="*/ 70375 w 94555"/>
                <a:gd name="connsiteY19" fmla="*/ 68596 h 172768"/>
                <a:gd name="connsiteX20" fmla="*/ 72265 w 94555"/>
                <a:gd name="connsiteY20" fmla="*/ 66706 h 172768"/>
                <a:gd name="connsiteX21" fmla="*/ 92165 w 94555"/>
                <a:gd name="connsiteY21" fmla="*/ 66706 h 172768"/>
                <a:gd name="connsiteX22" fmla="*/ 94556 w 94555"/>
                <a:gd name="connsiteY22" fmla="*/ 64316 h 172768"/>
                <a:gd name="connsiteX23" fmla="*/ 94556 w 94555"/>
                <a:gd name="connsiteY23" fmla="*/ 27905 h 172768"/>
                <a:gd name="connsiteX24" fmla="*/ 92165 w 94555"/>
                <a:gd name="connsiteY24" fmla="*/ 25515 h 17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555" h="172768">
                  <a:moveTo>
                    <a:pt x="92165" y="25459"/>
                  </a:moveTo>
                  <a:lnTo>
                    <a:pt x="72265" y="25459"/>
                  </a:lnTo>
                  <a:cubicBezTo>
                    <a:pt x="71209" y="25459"/>
                    <a:pt x="70375" y="24626"/>
                    <a:pt x="70375" y="23569"/>
                  </a:cubicBezTo>
                  <a:lnTo>
                    <a:pt x="70375" y="2390"/>
                  </a:lnTo>
                  <a:cubicBezTo>
                    <a:pt x="70375" y="1056"/>
                    <a:pt x="69319" y="0"/>
                    <a:pt x="67984" y="0"/>
                  </a:cubicBezTo>
                  <a:lnTo>
                    <a:pt x="26571" y="0"/>
                  </a:lnTo>
                  <a:cubicBezTo>
                    <a:pt x="25237" y="0"/>
                    <a:pt x="24181" y="1056"/>
                    <a:pt x="24181" y="2390"/>
                  </a:cubicBezTo>
                  <a:lnTo>
                    <a:pt x="24181" y="23569"/>
                  </a:lnTo>
                  <a:cubicBezTo>
                    <a:pt x="24181" y="24626"/>
                    <a:pt x="23347" y="25459"/>
                    <a:pt x="22291" y="25459"/>
                  </a:cubicBezTo>
                  <a:lnTo>
                    <a:pt x="2390" y="25459"/>
                  </a:lnTo>
                  <a:cubicBezTo>
                    <a:pt x="1056" y="25459"/>
                    <a:pt x="0" y="26516"/>
                    <a:pt x="0" y="27850"/>
                  </a:cubicBezTo>
                  <a:lnTo>
                    <a:pt x="0" y="64260"/>
                  </a:lnTo>
                  <a:cubicBezTo>
                    <a:pt x="0" y="65594"/>
                    <a:pt x="1056" y="66650"/>
                    <a:pt x="2390" y="66650"/>
                  </a:cubicBezTo>
                  <a:lnTo>
                    <a:pt x="22291" y="66650"/>
                  </a:lnTo>
                  <a:cubicBezTo>
                    <a:pt x="23347" y="66650"/>
                    <a:pt x="24181" y="67484"/>
                    <a:pt x="24181" y="68540"/>
                  </a:cubicBezTo>
                  <a:lnTo>
                    <a:pt x="24181" y="170378"/>
                  </a:lnTo>
                  <a:cubicBezTo>
                    <a:pt x="24181" y="171712"/>
                    <a:pt x="25237" y="172768"/>
                    <a:pt x="26571" y="172768"/>
                  </a:cubicBezTo>
                  <a:lnTo>
                    <a:pt x="67984" y="172768"/>
                  </a:lnTo>
                  <a:cubicBezTo>
                    <a:pt x="69319" y="172768"/>
                    <a:pt x="70375" y="171712"/>
                    <a:pt x="70375" y="170378"/>
                  </a:cubicBezTo>
                  <a:lnTo>
                    <a:pt x="70375" y="68596"/>
                  </a:lnTo>
                  <a:cubicBezTo>
                    <a:pt x="70375" y="67540"/>
                    <a:pt x="71209" y="66706"/>
                    <a:pt x="72265" y="66706"/>
                  </a:cubicBezTo>
                  <a:lnTo>
                    <a:pt x="92165" y="66706"/>
                  </a:lnTo>
                  <a:cubicBezTo>
                    <a:pt x="93499" y="66706"/>
                    <a:pt x="94556" y="65650"/>
                    <a:pt x="94556" y="64316"/>
                  </a:cubicBezTo>
                  <a:lnTo>
                    <a:pt x="94556" y="27905"/>
                  </a:lnTo>
                  <a:cubicBezTo>
                    <a:pt x="94556" y="26571"/>
                    <a:pt x="93499" y="25515"/>
                    <a:pt x="92165" y="255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0375208F-13E0-B71C-05BC-B8A01DD40772}"/>
                </a:ext>
              </a:extLst>
            </p:cNvPr>
            <p:cNvSpPr/>
            <p:nvPr/>
          </p:nvSpPr>
          <p:spPr>
            <a:xfrm>
              <a:off x="986067" y="4808025"/>
              <a:ext cx="150322" cy="147030"/>
            </a:xfrm>
            <a:custGeom>
              <a:avLst/>
              <a:gdLst>
                <a:gd name="connsiteX0" fmla="*/ 109243 w 150322"/>
                <a:gd name="connsiteY0" fmla="*/ 2390 h 147030"/>
                <a:gd name="connsiteX1" fmla="*/ 109243 w 150322"/>
                <a:gd name="connsiteY1" fmla="*/ 9506 h 147030"/>
                <a:gd name="connsiteX2" fmla="*/ 66773 w 150322"/>
                <a:gd name="connsiteY2" fmla="*/ 500 h 147030"/>
                <a:gd name="connsiteX3" fmla="*/ 178 w 150322"/>
                <a:gd name="connsiteY3" fmla="*/ 68429 h 147030"/>
                <a:gd name="connsiteX4" fmla="*/ 73444 w 150322"/>
                <a:gd name="connsiteY4" fmla="*/ 147031 h 147030"/>
                <a:gd name="connsiteX5" fmla="*/ 109243 w 150322"/>
                <a:gd name="connsiteY5" fmla="*/ 137748 h 147030"/>
                <a:gd name="connsiteX6" fmla="*/ 109243 w 150322"/>
                <a:gd name="connsiteY6" fmla="*/ 144641 h 147030"/>
                <a:gd name="connsiteX7" fmla="*/ 111633 w 150322"/>
                <a:gd name="connsiteY7" fmla="*/ 147031 h 147030"/>
                <a:gd name="connsiteX8" fmla="*/ 147932 w 150322"/>
                <a:gd name="connsiteY8" fmla="*/ 147031 h 147030"/>
                <a:gd name="connsiteX9" fmla="*/ 150322 w 150322"/>
                <a:gd name="connsiteY9" fmla="*/ 144641 h 147030"/>
                <a:gd name="connsiteX10" fmla="*/ 150322 w 150322"/>
                <a:gd name="connsiteY10" fmla="*/ 2390 h 147030"/>
                <a:gd name="connsiteX11" fmla="*/ 147932 w 150322"/>
                <a:gd name="connsiteY11" fmla="*/ 0 h 147030"/>
                <a:gd name="connsiteX12" fmla="*/ 111633 w 150322"/>
                <a:gd name="connsiteY12" fmla="*/ 0 h 147030"/>
                <a:gd name="connsiteX13" fmla="*/ 109243 w 150322"/>
                <a:gd name="connsiteY13" fmla="*/ 2390 h 147030"/>
                <a:gd name="connsiteX14" fmla="*/ 76724 w 150322"/>
                <a:gd name="connsiteY14" fmla="*/ 105673 h 147030"/>
                <a:gd name="connsiteX15" fmla="*/ 41369 w 150322"/>
                <a:gd name="connsiteY15" fmla="*/ 70319 h 147030"/>
                <a:gd name="connsiteX16" fmla="*/ 70109 w 150322"/>
                <a:gd name="connsiteY16" fmla="*/ 41580 h 147030"/>
                <a:gd name="connsiteX17" fmla="*/ 105463 w 150322"/>
                <a:gd name="connsiteY17" fmla="*/ 76879 h 147030"/>
                <a:gd name="connsiteX18" fmla="*/ 76724 w 150322"/>
                <a:gd name="connsiteY18" fmla="*/ 105673 h 14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322" h="147030">
                  <a:moveTo>
                    <a:pt x="109243" y="2390"/>
                  </a:moveTo>
                  <a:lnTo>
                    <a:pt x="109243" y="9506"/>
                  </a:lnTo>
                  <a:cubicBezTo>
                    <a:pt x="96846" y="2613"/>
                    <a:pt x="82227" y="-889"/>
                    <a:pt x="66773" y="500"/>
                  </a:cubicBezTo>
                  <a:cubicBezTo>
                    <a:pt x="31141" y="3669"/>
                    <a:pt x="2624" y="32741"/>
                    <a:pt x="178" y="68429"/>
                  </a:cubicBezTo>
                  <a:cubicBezTo>
                    <a:pt x="-2768" y="111343"/>
                    <a:pt x="31141" y="147031"/>
                    <a:pt x="73444" y="147031"/>
                  </a:cubicBezTo>
                  <a:cubicBezTo>
                    <a:pt x="86451" y="147031"/>
                    <a:pt x="98625" y="143640"/>
                    <a:pt x="109243" y="137748"/>
                  </a:cubicBezTo>
                  <a:lnTo>
                    <a:pt x="109243" y="144641"/>
                  </a:lnTo>
                  <a:cubicBezTo>
                    <a:pt x="109243" y="145975"/>
                    <a:pt x="110299" y="147031"/>
                    <a:pt x="111633" y="147031"/>
                  </a:cubicBezTo>
                  <a:lnTo>
                    <a:pt x="147932" y="147031"/>
                  </a:lnTo>
                  <a:cubicBezTo>
                    <a:pt x="149266" y="147031"/>
                    <a:pt x="150322" y="145975"/>
                    <a:pt x="150322" y="144641"/>
                  </a:cubicBezTo>
                  <a:lnTo>
                    <a:pt x="150322" y="2390"/>
                  </a:lnTo>
                  <a:cubicBezTo>
                    <a:pt x="150322" y="1056"/>
                    <a:pt x="149266" y="0"/>
                    <a:pt x="147932" y="0"/>
                  </a:cubicBezTo>
                  <a:lnTo>
                    <a:pt x="111633" y="0"/>
                  </a:lnTo>
                  <a:cubicBezTo>
                    <a:pt x="110299" y="0"/>
                    <a:pt x="109243" y="1056"/>
                    <a:pt x="109243" y="2390"/>
                  </a:cubicBezTo>
                  <a:close/>
                  <a:moveTo>
                    <a:pt x="76724" y="105673"/>
                  </a:moveTo>
                  <a:cubicBezTo>
                    <a:pt x="56378" y="107730"/>
                    <a:pt x="39368" y="90720"/>
                    <a:pt x="41369" y="70319"/>
                  </a:cubicBezTo>
                  <a:cubicBezTo>
                    <a:pt x="42870" y="55255"/>
                    <a:pt x="55044" y="43081"/>
                    <a:pt x="70109" y="41580"/>
                  </a:cubicBezTo>
                  <a:cubicBezTo>
                    <a:pt x="90454" y="39523"/>
                    <a:pt x="107464" y="56533"/>
                    <a:pt x="105463" y="76879"/>
                  </a:cubicBezTo>
                  <a:cubicBezTo>
                    <a:pt x="103962" y="91943"/>
                    <a:pt x="91788" y="104172"/>
                    <a:pt x="76724" y="10567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ED7BD8DE-6415-6154-D316-F7B3D1DE7053}"/>
                </a:ext>
              </a:extLst>
            </p:cNvPr>
            <p:cNvSpPr/>
            <p:nvPr/>
          </p:nvSpPr>
          <p:spPr>
            <a:xfrm>
              <a:off x="1150231" y="4807969"/>
              <a:ext cx="104061" cy="147086"/>
            </a:xfrm>
            <a:custGeom>
              <a:avLst/>
              <a:gdLst>
                <a:gd name="connsiteX0" fmla="*/ 73321 w 104061"/>
                <a:gd name="connsiteY0" fmla="*/ 167 h 147086"/>
                <a:gd name="connsiteX1" fmla="*/ 41080 w 104061"/>
                <a:gd name="connsiteY1" fmla="*/ 7616 h 147086"/>
                <a:gd name="connsiteX2" fmla="*/ 41080 w 104061"/>
                <a:gd name="connsiteY2" fmla="*/ 2390 h 147086"/>
                <a:gd name="connsiteX3" fmla="*/ 38689 w 104061"/>
                <a:gd name="connsiteY3" fmla="*/ 0 h 147086"/>
                <a:gd name="connsiteX4" fmla="*/ 2390 w 104061"/>
                <a:gd name="connsiteY4" fmla="*/ 0 h 147086"/>
                <a:gd name="connsiteX5" fmla="*/ 0 w 104061"/>
                <a:gd name="connsiteY5" fmla="*/ 2390 h 147086"/>
                <a:gd name="connsiteX6" fmla="*/ 0 w 104061"/>
                <a:gd name="connsiteY6" fmla="*/ 144696 h 147086"/>
                <a:gd name="connsiteX7" fmla="*/ 2390 w 104061"/>
                <a:gd name="connsiteY7" fmla="*/ 147086 h 147086"/>
                <a:gd name="connsiteX8" fmla="*/ 38689 w 104061"/>
                <a:gd name="connsiteY8" fmla="*/ 147086 h 147086"/>
                <a:gd name="connsiteX9" fmla="*/ 41080 w 104061"/>
                <a:gd name="connsiteY9" fmla="*/ 144696 h 147086"/>
                <a:gd name="connsiteX10" fmla="*/ 41080 w 104061"/>
                <a:gd name="connsiteY10" fmla="*/ 65427 h 147086"/>
                <a:gd name="connsiteX11" fmla="*/ 85884 w 104061"/>
                <a:gd name="connsiteY11" fmla="*/ 43915 h 147086"/>
                <a:gd name="connsiteX12" fmla="*/ 104061 w 104061"/>
                <a:gd name="connsiteY12" fmla="*/ 6837 h 147086"/>
                <a:gd name="connsiteX13" fmla="*/ 73376 w 104061"/>
                <a:gd name="connsiteY13" fmla="*/ 167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061" h="147086">
                  <a:moveTo>
                    <a:pt x="73321" y="167"/>
                  </a:moveTo>
                  <a:cubicBezTo>
                    <a:pt x="61759" y="167"/>
                    <a:pt x="50808" y="2835"/>
                    <a:pt x="41080" y="7616"/>
                  </a:cubicBezTo>
                  <a:lnTo>
                    <a:pt x="41080" y="2390"/>
                  </a:lnTo>
                  <a:cubicBezTo>
                    <a:pt x="41080" y="1056"/>
                    <a:pt x="40024" y="0"/>
                    <a:pt x="38689" y="0"/>
                  </a:cubicBezTo>
                  <a:lnTo>
                    <a:pt x="2390" y="0"/>
                  </a:lnTo>
                  <a:cubicBezTo>
                    <a:pt x="1056" y="0"/>
                    <a:pt x="0" y="1056"/>
                    <a:pt x="0" y="2390"/>
                  </a:cubicBezTo>
                  <a:lnTo>
                    <a:pt x="0" y="144696"/>
                  </a:lnTo>
                  <a:cubicBezTo>
                    <a:pt x="0" y="146030"/>
                    <a:pt x="1056" y="147086"/>
                    <a:pt x="2390" y="147086"/>
                  </a:cubicBezTo>
                  <a:lnTo>
                    <a:pt x="38689" y="147086"/>
                  </a:lnTo>
                  <a:cubicBezTo>
                    <a:pt x="40024" y="147086"/>
                    <a:pt x="41080" y="146030"/>
                    <a:pt x="41080" y="144696"/>
                  </a:cubicBezTo>
                  <a:lnTo>
                    <a:pt x="41080" y="65427"/>
                  </a:lnTo>
                  <a:cubicBezTo>
                    <a:pt x="41135" y="47639"/>
                    <a:pt x="60313" y="36021"/>
                    <a:pt x="85884" y="43915"/>
                  </a:cubicBezTo>
                  <a:lnTo>
                    <a:pt x="104061" y="6837"/>
                  </a:lnTo>
                  <a:cubicBezTo>
                    <a:pt x="94722" y="2557"/>
                    <a:pt x="84327" y="167"/>
                    <a:pt x="73376" y="1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9BBAC877-E8AC-2BAF-B501-625F36FB3AF3}"/>
                </a:ext>
              </a:extLst>
            </p:cNvPr>
            <p:cNvSpPr/>
            <p:nvPr/>
          </p:nvSpPr>
          <p:spPr>
            <a:xfrm>
              <a:off x="330583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6D7AA028-4714-8A19-2B73-F1807B2B9C94}"/>
                </a:ext>
              </a:extLst>
            </p:cNvPr>
            <p:cNvSpPr/>
            <p:nvPr/>
          </p:nvSpPr>
          <p:spPr>
            <a:xfrm>
              <a:off x="609375" y="4808260"/>
              <a:ext cx="146717" cy="146727"/>
            </a:xfrm>
            <a:custGeom>
              <a:avLst/>
              <a:gdLst>
                <a:gd name="connsiteX0" fmla="*/ 77195 w 146717"/>
                <a:gd name="connsiteY0" fmla="*/ 98 h 146727"/>
                <a:gd name="connsiteX1" fmla="*/ 94 w 146717"/>
                <a:gd name="connsiteY1" fmla="*/ 77199 h 146727"/>
                <a:gd name="connsiteX2" fmla="*/ 69523 w 146717"/>
                <a:gd name="connsiteY2" fmla="*/ 146629 h 146727"/>
                <a:gd name="connsiteX3" fmla="*/ 146624 w 146717"/>
                <a:gd name="connsiteY3" fmla="*/ 69528 h 146727"/>
                <a:gd name="connsiteX4" fmla="*/ 77195 w 146717"/>
                <a:gd name="connsiteY4" fmla="*/ 98 h 146727"/>
                <a:gd name="connsiteX5" fmla="*/ 77306 w 146717"/>
                <a:gd name="connsiteY5" fmla="*/ 105716 h 146727"/>
                <a:gd name="connsiteX6" fmla="*/ 41952 w 146717"/>
                <a:gd name="connsiteY6" fmla="*/ 70362 h 146727"/>
                <a:gd name="connsiteX7" fmla="*/ 70746 w 146717"/>
                <a:gd name="connsiteY7" fmla="*/ 41567 h 146727"/>
                <a:gd name="connsiteX8" fmla="*/ 106100 w 146717"/>
                <a:gd name="connsiteY8" fmla="*/ 76921 h 146727"/>
                <a:gd name="connsiteX9" fmla="*/ 77306 w 146717"/>
                <a:gd name="connsiteY9" fmla="*/ 105716 h 14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717" h="146727">
                  <a:moveTo>
                    <a:pt x="77195" y="98"/>
                  </a:moveTo>
                  <a:cubicBezTo>
                    <a:pt x="33669" y="-2125"/>
                    <a:pt x="-2074" y="33674"/>
                    <a:pt x="94" y="77199"/>
                  </a:cubicBezTo>
                  <a:cubicBezTo>
                    <a:pt x="1984" y="114499"/>
                    <a:pt x="32279" y="144739"/>
                    <a:pt x="69523" y="146629"/>
                  </a:cubicBezTo>
                  <a:cubicBezTo>
                    <a:pt x="113049" y="148852"/>
                    <a:pt x="148792" y="113054"/>
                    <a:pt x="146624" y="69528"/>
                  </a:cubicBezTo>
                  <a:cubicBezTo>
                    <a:pt x="144734" y="32228"/>
                    <a:pt x="114439" y="1988"/>
                    <a:pt x="77195" y="98"/>
                  </a:cubicBezTo>
                  <a:close/>
                  <a:moveTo>
                    <a:pt x="77306" y="105716"/>
                  </a:moveTo>
                  <a:cubicBezTo>
                    <a:pt x="56905" y="107717"/>
                    <a:pt x="39950" y="90763"/>
                    <a:pt x="41952" y="70362"/>
                  </a:cubicBezTo>
                  <a:cubicBezTo>
                    <a:pt x="43453" y="55297"/>
                    <a:pt x="55626" y="43068"/>
                    <a:pt x="70746" y="41567"/>
                  </a:cubicBezTo>
                  <a:cubicBezTo>
                    <a:pt x="91147" y="39566"/>
                    <a:pt x="108102" y="56520"/>
                    <a:pt x="106100" y="76921"/>
                  </a:cubicBezTo>
                  <a:cubicBezTo>
                    <a:pt x="104600" y="91986"/>
                    <a:pt x="92426" y="104215"/>
                    <a:pt x="77306" y="10571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57823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/>
          <p:nvPr userDrawn="1"/>
        </p:nvSpPr>
        <p:spPr>
          <a:xfrm>
            <a:off x="8588710" y="4882300"/>
            <a:ext cx="555290" cy="1388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560" y="224043"/>
            <a:ext cx="7876108" cy="480600"/>
          </a:xfrm>
        </p:spPr>
        <p:txBody>
          <a:bodyPr lIns="0"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/>
          <p:nvPr userDrawn="1"/>
        </p:nvSpPr>
        <p:spPr>
          <a:xfrm>
            <a:off x="1" y="-2926"/>
            <a:ext cx="90776" cy="2734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 dirty="0">
              <a:solidFill>
                <a:srgbClr val="134B8C"/>
              </a:solidFill>
            </a:endParaRPr>
          </a:p>
        </p:txBody>
      </p:sp>
      <p:sp>
        <p:nvSpPr>
          <p:cNvPr id="14" name="內容版面配置區 20">
            <a:extLst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2854" y="841773"/>
            <a:ext cx="8761837" cy="3963372"/>
          </a:xfrm>
        </p:spPr>
        <p:txBody>
          <a:bodyPr lIns="36000">
            <a:normAutofit/>
          </a:bodyPr>
          <a:lstStyle>
            <a:lvl1pPr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/>
          <p:nvPr userDrawn="1"/>
        </p:nvSpPr>
        <p:spPr>
          <a:xfrm>
            <a:off x="1" y="215041"/>
            <a:ext cx="90774" cy="4896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rgbClr val="134B8C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 txBox="1"/>
          <p:nvPr userDrawn="1"/>
        </p:nvSpPr>
        <p:spPr>
          <a:xfrm>
            <a:off x="8723945" y="4843722"/>
            <a:ext cx="318579" cy="2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D0B506F-F4E5-B87B-AF77-E53379167C1A}"/>
              </a:ext>
            </a:extLst>
          </p:cNvPr>
          <p:cNvSpPr txBox="1"/>
          <p:nvPr userDrawn="1"/>
        </p:nvSpPr>
        <p:spPr>
          <a:xfrm>
            <a:off x="5885689" y="4882300"/>
            <a:ext cx="2703022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[ Confidential ]   [ Security P ]   © </a:t>
            </a:r>
            <a:fld id="{507DB48C-140F-478A-84DB-5E1F8C46EB30}" type="datetimeyyyy">
              <a:rPr lang="en-US" altLang="zh-TW" sz="450" kern="1200" smtClean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pPr marL="0" marR="0" lvl="0" indent="0" algn="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Ennostar Inc. &amp; Ennostar Corp. All Rights Reserved.</a:t>
            </a:r>
            <a:endParaRPr lang="zh-TW" altLang="en-US" sz="450" kern="1200" dirty="0">
              <a:solidFill>
                <a:schemeClr val="tx1"/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B25267DE-B92C-5CBA-5794-296E450499C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68308" y="221170"/>
            <a:ext cx="731520" cy="127950"/>
            <a:chOff x="189000" y="4768780"/>
            <a:chExt cx="1065292" cy="186331"/>
          </a:xfrm>
          <a:solidFill>
            <a:schemeClr val="accent1"/>
          </a:solidFill>
        </p:grpSpPr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17EDB9B5-1719-92EE-65AC-E8392798B4E2}"/>
                </a:ext>
              </a:extLst>
            </p:cNvPr>
            <p:cNvSpPr/>
            <p:nvPr/>
          </p:nvSpPr>
          <p:spPr>
            <a:xfrm>
              <a:off x="761892" y="4807135"/>
              <a:ext cx="125017" cy="147642"/>
            </a:xfrm>
            <a:custGeom>
              <a:avLst/>
              <a:gdLst>
                <a:gd name="connsiteX0" fmla="*/ 72709 w 125017"/>
                <a:gd name="connsiteY0" fmla="*/ 57089 h 147642"/>
                <a:gd name="connsiteX1" fmla="*/ 49307 w 125017"/>
                <a:gd name="connsiteY1" fmla="*/ 50141 h 147642"/>
                <a:gd name="connsiteX2" fmla="*/ 43692 w 125017"/>
                <a:gd name="connsiteY2" fmla="*/ 42080 h 147642"/>
                <a:gd name="connsiteX3" fmla="*/ 48195 w 125017"/>
                <a:gd name="connsiteY3" fmla="*/ 33575 h 147642"/>
                <a:gd name="connsiteX4" fmla="*/ 59813 w 125017"/>
                <a:gd name="connsiteY4" fmla="*/ 30296 h 147642"/>
                <a:gd name="connsiteX5" fmla="*/ 70764 w 125017"/>
                <a:gd name="connsiteY5" fmla="*/ 33242 h 147642"/>
                <a:gd name="connsiteX6" fmla="*/ 76545 w 125017"/>
                <a:gd name="connsiteY6" fmla="*/ 42025 h 147642"/>
                <a:gd name="connsiteX7" fmla="*/ 117069 w 125017"/>
                <a:gd name="connsiteY7" fmla="*/ 42025 h 147642"/>
                <a:gd name="connsiteX8" fmla="*/ 99614 w 125017"/>
                <a:gd name="connsiteY8" fmla="*/ 12063 h 147642"/>
                <a:gd name="connsiteX9" fmla="*/ 61036 w 125017"/>
                <a:gd name="connsiteY9" fmla="*/ 0 h 147642"/>
                <a:gd name="connsiteX10" fmla="*/ 18956 w 125017"/>
                <a:gd name="connsiteY10" fmla="*/ 12174 h 147642"/>
                <a:gd name="connsiteX11" fmla="*/ 2557 w 125017"/>
                <a:gd name="connsiteY11" fmla="*/ 43581 h 147642"/>
                <a:gd name="connsiteX12" fmla="*/ 16676 w 125017"/>
                <a:gd name="connsiteY12" fmla="*/ 69652 h 147642"/>
                <a:gd name="connsiteX13" fmla="*/ 57867 w 125017"/>
                <a:gd name="connsiteY13" fmla="*/ 86718 h 147642"/>
                <a:gd name="connsiteX14" fmla="*/ 77156 w 125017"/>
                <a:gd name="connsiteY14" fmla="*/ 93777 h 147642"/>
                <a:gd name="connsiteX15" fmla="*/ 83938 w 125017"/>
                <a:gd name="connsiteY15" fmla="*/ 103783 h 147642"/>
                <a:gd name="connsiteX16" fmla="*/ 78491 w 125017"/>
                <a:gd name="connsiteY16" fmla="*/ 113511 h 147642"/>
                <a:gd name="connsiteX17" fmla="*/ 64538 w 125017"/>
                <a:gd name="connsiteY17" fmla="*/ 117291 h 147642"/>
                <a:gd name="connsiteX18" fmla="*/ 49974 w 125017"/>
                <a:gd name="connsiteY18" fmla="*/ 112733 h 147642"/>
                <a:gd name="connsiteX19" fmla="*/ 42525 w 125017"/>
                <a:gd name="connsiteY19" fmla="*/ 99392 h 147642"/>
                <a:gd name="connsiteX20" fmla="*/ 0 w 125017"/>
                <a:gd name="connsiteY20" fmla="*/ 99392 h 147642"/>
                <a:gd name="connsiteX21" fmla="*/ 18900 w 125017"/>
                <a:gd name="connsiteY21" fmla="*/ 134301 h 147642"/>
                <a:gd name="connsiteX22" fmla="*/ 63815 w 125017"/>
                <a:gd name="connsiteY22" fmla="*/ 147642 h 147642"/>
                <a:gd name="connsiteX23" fmla="*/ 107841 w 125017"/>
                <a:gd name="connsiteY23" fmla="*/ 134412 h 147642"/>
                <a:gd name="connsiteX24" fmla="*/ 125018 w 125017"/>
                <a:gd name="connsiteY24" fmla="*/ 100392 h 147642"/>
                <a:gd name="connsiteX25" fmla="*/ 111677 w 125017"/>
                <a:gd name="connsiteY25" fmla="*/ 73821 h 147642"/>
                <a:gd name="connsiteX26" fmla="*/ 72821 w 125017"/>
                <a:gd name="connsiteY26" fmla="*/ 57145 h 147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5017" h="147642">
                  <a:moveTo>
                    <a:pt x="72709" y="57089"/>
                  </a:moveTo>
                  <a:cubicBezTo>
                    <a:pt x="62092" y="54476"/>
                    <a:pt x="53031" y="52197"/>
                    <a:pt x="49307" y="50141"/>
                  </a:cubicBezTo>
                  <a:cubicBezTo>
                    <a:pt x="45582" y="48139"/>
                    <a:pt x="43692" y="45416"/>
                    <a:pt x="43692" y="42080"/>
                  </a:cubicBezTo>
                  <a:cubicBezTo>
                    <a:pt x="43692" y="38745"/>
                    <a:pt x="45193" y="35743"/>
                    <a:pt x="48195" y="33575"/>
                  </a:cubicBezTo>
                  <a:cubicBezTo>
                    <a:pt x="51197" y="31407"/>
                    <a:pt x="55088" y="30296"/>
                    <a:pt x="59813" y="30296"/>
                  </a:cubicBezTo>
                  <a:cubicBezTo>
                    <a:pt x="64260" y="30296"/>
                    <a:pt x="67929" y="31296"/>
                    <a:pt x="70764" y="33242"/>
                  </a:cubicBezTo>
                  <a:cubicBezTo>
                    <a:pt x="73599" y="35187"/>
                    <a:pt x="75544" y="38134"/>
                    <a:pt x="76545" y="42025"/>
                  </a:cubicBezTo>
                  <a:lnTo>
                    <a:pt x="117069" y="42025"/>
                  </a:lnTo>
                  <a:cubicBezTo>
                    <a:pt x="116179" y="30073"/>
                    <a:pt x="110343" y="20123"/>
                    <a:pt x="99614" y="12063"/>
                  </a:cubicBezTo>
                  <a:cubicBezTo>
                    <a:pt x="88886" y="4002"/>
                    <a:pt x="75989" y="0"/>
                    <a:pt x="61036" y="0"/>
                  </a:cubicBezTo>
                  <a:cubicBezTo>
                    <a:pt x="43915" y="0"/>
                    <a:pt x="29906" y="4058"/>
                    <a:pt x="18956" y="12174"/>
                  </a:cubicBezTo>
                  <a:cubicBezTo>
                    <a:pt x="8005" y="20290"/>
                    <a:pt x="2557" y="30740"/>
                    <a:pt x="2557" y="43581"/>
                  </a:cubicBezTo>
                  <a:cubicBezTo>
                    <a:pt x="2557" y="54365"/>
                    <a:pt x="8505" y="63037"/>
                    <a:pt x="16676" y="69652"/>
                  </a:cubicBezTo>
                  <a:cubicBezTo>
                    <a:pt x="24959" y="76323"/>
                    <a:pt x="38689" y="81993"/>
                    <a:pt x="57867" y="86718"/>
                  </a:cubicBezTo>
                  <a:cubicBezTo>
                    <a:pt x="67373" y="89052"/>
                    <a:pt x="73821" y="91443"/>
                    <a:pt x="77156" y="93777"/>
                  </a:cubicBezTo>
                  <a:cubicBezTo>
                    <a:pt x="80436" y="96112"/>
                    <a:pt x="83938" y="99447"/>
                    <a:pt x="83938" y="103783"/>
                  </a:cubicBezTo>
                  <a:cubicBezTo>
                    <a:pt x="83938" y="107786"/>
                    <a:pt x="82104" y="111010"/>
                    <a:pt x="78491" y="113511"/>
                  </a:cubicBezTo>
                  <a:cubicBezTo>
                    <a:pt x="74822" y="116013"/>
                    <a:pt x="70208" y="117291"/>
                    <a:pt x="64538" y="117291"/>
                  </a:cubicBezTo>
                  <a:cubicBezTo>
                    <a:pt x="58590" y="117291"/>
                    <a:pt x="53698" y="115790"/>
                    <a:pt x="49974" y="112733"/>
                  </a:cubicBezTo>
                  <a:cubicBezTo>
                    <a:pt x="46249" y="109676"/>
                    <a:pt x="43748" y="105229"/>
                    <a:pt x="42525" y="99392"/>
                  </a:cubicBezTo>
                  <a:lnTo>
                    <a:pt x="0" y="99392"/>
                  </a:lnTo>
                  <a:cubicBezTo>
                    <a:pt x="834" y="113734"/>
                    <a:pt x="7115" y="125407"/>
                    <a:pt x="18900" y="134301"/>
                  </a:cubicBezTo>
                  <a:cubicBezTo>
                    <a:pt x="30685" y="143195"/>
                    <a:pt x="45638" y="147642"/>
                    <a:pt x="63815" y="147642"/>
                  </a:cubicBezTo>
                  <a:cubicBezTo>
                    <a:pt x="81993" y="147642"/>
                    <a:pt x="96446" y="143251"/>
                    <a:pt x="107841" y="134412"/>
                  </a:cubicBezTo>
                  <a:cubicBezTo>
                    <a:pt x="119292" y="125629"/>
                    <a:pt x="125018" y="114234"/>
                    <a:pt x="125018" y="100392"/>
                  </a:cubicBezTo>
                  <a:cubicBezTo>
                    <a:pt x="125018" y="89330"/>
                    <a:pt x="119348" y="80492"/>
                    <a:pt x="111677" y="73821"/>
                  </a:cubicBezTo>
                  <a:cubicBezTo>
                    <a:pt x="103894" y="67151"/>
                    <a:pt x="90942" y="61592"/>
                    <a:pt x="72821" y="5714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B204D236-863F-AE5D-A8E6-C22166173B5E}"/>
                </a:ext>
              </a:extLst>
            </p:cNvPr>
            <p:cNvSpPr/>
            <p:nvPr/>
          </p:nvSpPr>
          <p:spPr>
            <a:xfrm>
              <a:off x="189000" y="4768780"/>
              <a:ext cx="127797" cy="186276"/>
            </a:xfrm>
            <a:custGeom>
              <a:avLst/>
              <a:gdLst>
                <a:gd name="connsiteX0" fmla="*/ 0 w 127797"/>
                <a:gd name="connsiteY0" fmla="*/ 183941 h 186276"/>
                <a:gd name="connsiteX1" fmla="*/ 0 w 127797"/>
                <a:gd name="connsiteY1" fmla="*/ 2390 h 186276"/>
                <a:gd name="connsiteX2" fmla="*/ 2390 w 127797"/>
                <a:gd name="connsiteY2" fmla="*/ 0 h 186276"/>
                <a:gd name="connsiteX3" fmla="*/ 125407 w 127797"/>
                <a:gd name="connsiteY3" fmla="*/ 0 h 186276"/>
                <a:gd name="connsiteX4" fmla="*/ 127797 w 127797"/>
                <a:gd name="connsiteY4" fmla="*/ 2390 h 186276"/>
                <a:gd name="connsiteX5" fmla="*/ 127797 w 127797"/>
                <a:gd name="connsiteY5" fmla="*/ 36410 h 186276"/>
                <a:gd name="connsiteX6" fmla="*/ 125407 w 127797"/>
                <a:gd name="connsiteY6" fmla="*/ 38801 h 186276"/>
                <a:gd name="connsiteX7" fmla="*/ 48139 w 127797"/>
                <a:gd name="connsiteY7" fmla="*/ 38801 h 186276"/>
                <a:gd name="connsiteX8" fmla="*/ 45749 w 127797"/>
                <a:gd name="connsiteY8" fmla="*/ 41191 h 186276"/>
                <a:gd name="connsiteX9" fmla="*/ 45749 w 127797"/>
                <a:gd name="connsiteY9" fmla="*/ 66761 h 186276"/>
                <a:gd name="connsiteX10" fmla="*/ 48139 w 127797"/>
                <a:gd name="connsiteY10" fmla="*/ 69152 h 186276"/>
                <a:gd name="connsiteX11" fmla="*/ 125407 w 127797"/>
                <a:gd name="connsiteY11" fmla="*/ 69152 h 186276"/>
                <a:gd name="connsiteX12" fmla="*/ 127797 w 127797"/>
                <a:gd name="connsiteY12" fmla="*/ 71542 h 186276"/>
                <a:gd name="connsiteX13" fmla="*/ 127797 w 127797"/>
                <a:gd name="connsiteY13" fmla="*/ 104673 h 186276"/>
                <a:gd name="connsiteX14" fmla="*/ 125407 w 127797"/>
                <a:gd name="connsiteY14" fmla="*/ 107063 h 186276"/>
                <a:gd name="connsiteX15" fmla="*/ 48139 w 127797"/>
                <a:gd name="connsiteY15" fmla="*/ 107063 h 186276"/>
                <a:gd name="connsiteX16" fmla="*/ 45749 w 127797"/>
                <a:gd name="connsiteY16" fmla="*/ 109453 h 186276"/>
                <a:gd name="connsiteX17" fmla="*/ 45749 w 127797"/>
                <a:gd name="connsiteY17" fmla="*/ 145196 h 186276"/>
                <a:gd name="connsiteX18" fmla="*/ 48139 w 127797"/>
                <a:gd name="connsiteY18" fmla="*/ 147587 h 186276"/>
                <a:gd name="connsiteX19" fmla="*/ 125407 w 127797"/>
                <a:gd name="connsiteY19" fmla="*/ 147587 h 186276"/>
                <a:gd name="connsiteX20" fmla="*/ 127797 w 127797"/>
                <a:gd name="connsiteY20" fmla="*/ 149977 h 186276"/>
                <a:gd name="connsiteX21" fmla="*/ 127797 w 127797"/>
                <a:gd name="connsiteY21" fmla="*/ 183886 h 186276"/>
                <a:gd name="connsiteX22" fmla="*/ 125407 w 127797"/>
                <a:gd name="connsiteY22" fmla="*/ 186276 h 186276"/>
                <a:gd name="connsiteX23" fmla="*/ 2390 w 127797"/>
                <a:gd name="connsiteY23" fmla="*/ 186276 h 186276"/>
                <a:gd name="connsiteX24" fmla="*/ 0 w 127797"/>
                <a:gd name="connsiteY24" fmla="*/ 183886 h 186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7797" h="186276">
                  <a:moveTo>
                    <a:pt x="0" y="183941"/>
                  </a:moveTo>
                  <a:lnTo>
                    <a:pt x="0" y="2390"/>
                  </a:lnTo>
                  <a:cubicBezTo>
                    <a:pt x="0" y="1056"/>
                    <a:pt x="1056" y="0"/>
                    <a:pt x="2390" y="0"/>
                  </a:cubicBezTo>
                  <a:lnTo>
                    <a:pt x="125407" y="0"/>
                  </a:lnTo>
                  <a:cubicBezTo>
                    <a:pt x="126741" y="0"/>
                    <a:pt x="127797" y="1056"/>
                    <a:pt x="127797" y="2390"/>
                  </a:cubicBezTo>
                  <a:lnTo>
                    <a:pt x="127797" y="36410"/>
                  </a:lnTo>
                  <a:cubicBezTo>
                    <a:pt x="127797" y="37744"/>
                    <a:pt x="126741" y="38801"/>
                    <a:pt x="125407" y="38801"/>
                  </a:cubicBezTo>
                  <a:lnTo>
                    <a:pt x="48139" y="38801"/>
                  </a:lnTo>
                  <a:cubicBezTo>
                    <a:pt x="46805" y="38801"/>
                    <a:pt x="45749" y="39857"/>
                    <a:pt x="45749" y="41191"/>
                  </a:cubicBezTo>
                  <a:lnTo>
                    <a:pt x="45749" y="66761"/>
                  </a:lnTo>
                  <a:cubicBezTo>
                    <a:pt x="45749" y="68096"/>
                    <a:pt x="46805" y="69152"/>
                    <a:pt x="48139" y="69152"/>
                  </a:cubicBezTo>
                  <a:lnTo>
                    <a:pt x="125407" y="69152"/>
                  </a:lnTo>
                  <a:cubicBezTo>
                    <a:pt x="126741" y="69152"/>
                    <a:pt x="127797" y="70208"/>
                    <a:pt x="127797" y="71542"/>
                  </a:cubicBezTo>
                  <a:lnTo>
                    <a:pt x="127797" y="104673"/>
                  </a:lnTo>
                  <a:cubicBezTo>
                    <a:pt x="127797" y="106007"/>
                    <a:pt x="126741" y="107063"/>
                    <a:pt x="125407" y="107063"/>
                  </a:cubicBezTo>
                  <a:lnTo>
                    <a:pt x="48139" y="107063"/>
                  </a:lnTo>
                  <a:cubicBezTo>
                    <a:pt x="46805" y="107063"/>
                    <a:pt x="45749" y="108119"/>
                    <a:pt x="45749" y="109453"/>
                  </a:cubicBezTo>
                  <a:lnTo>
                    <a:pt x="45749" y="145196"/>
                  </a:lnTo>
                  <a:cubicBezTo>
                    <a:pt x="45749" y="146531"/>
                    <a:pt x="46805" y="147587"/>
                    <a:pt x="48139" y="147587"/>
                  </a:cubicBezTo>
                  <a:lnTo>
                    <a:pt x="125407" y="147587"/>
                  </a:lnTo>
                  <a:cubicBezTo>
                    <a:pt x="126741" y="147587"/>
                    <a:pt x="127797" y="148643"/>
                    <a:pt x="127797" y="149977"/>
                  </a:cubicBezTo>
                  <a:lnTo>
                    <a:pt x="127797" y="183886"/>
                  </a:lnTo>
                  <a:cubicBezTo>
                    <a:pt x="127797" y="185220"/>
                    <a:pt x="126741" y="186276"/>
                    <a:pt x="125407" y="186276"/>
                  </a:cubicBezTo>
                  <a:lnTo>
                    <a:pt x="2390" y="186276"/>
                  </a:lnTo>
                  <a:cubicBezTo>
                    <a:pt x="1056" y="186276"/>
                    <a:pt x="0" y="185220"/>
                    <a:pt x="0" y="1838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C6DF2A49-A57E-7B39-9AF1-1A9E6D57D642}"/>
                </a:ext>
              </a:extLst>
            </p:cNvPr>
            <p:cNvSpPr/>
            <p:nvPr/>
          </p:nvSpPr>
          <p:spPr>
            <a:xfrm>
              <a:off x="473945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62CF9680-BF7B-412A-CE95-C87DAF4A5598}"/>
                </a:ext>
              </a:extLst>
            </p:cNvPr>
            <p:cNvSpPr/>
            <p:nvPr/>
          </p:nvSpPr>
          <p:spPr>
            <a:xfrm>
              <a:off x="888299" y="4782287"/>
              <a:ext cx="94555" cy="172768"/>
            </a:xfrm>
            <a:custGeom>
              <a:avLst/>
              <a:gdLst>
                <a:gd name="connsiteX0" fmla="*/ 92165 w 94555"/>
                <a:gd name="connsiteY0" fmla="*/ 25459 h 172768"/>
                <a:gd name="connsiteX1" fmla="*/ 72265 w 94555"/>
                <a:gd name="connsiteY1" fmla="*/ 25459 h 172768"/>
                <a:gd name="connsiteX2" fmla="*/ 70375 w 94555"/>
                <a:gd name="connsiteY2" fmla="*/ 23569 h 172768"/>
                <a:gd name="connsiteX3" fmla="*/ 70375 w 94555"/>
                <a:gd name="connsiteY3" fmla="*/ 2390 h 172768"/>
                <a:gd name="connsiteX4" fmla="*/ 67984 w 94555"/>
                <a:gd name="connsiteY4" fmla="*/ 0 h 172768"/>
                <a:gd name="connsiteX5" fmla="*/ 26571 w 94555"/>
                <a:gd name="connsiteY5" fmla="*/ 0 h 172768"/>
                <a:gd name="connsiteX6" fmla="*/ 24181 w 94555"/>
                <a:gd name="connsiteY6" fmla="*/ 2390 h 172768"/>
                <a:gd name="connsiteX7" fmla="*/ 24181 w 94555"/>
                <a:gd name="connsiteY7" fmla="*/ 23569 h 172768"/>
                <a:gd name="connsiteX8" fmla="*/ 22291 w 94555"/>
                <a:gd name="connsiteY8" fmla="*/ 25459 h 172768"/>
                <a:gd name="connsiteX9" fmla="*/ 2390 w 94555"/>
                <a:gd name="connsiteY9" fmla="*/ 25459 h 172768"/>
                <a:gd name="connsiteX10" fmla="*/ 0 w 94555"/>
                <a:gd name="connsiteY10" fmla="*/ 27850 h 172768"/>
                <a:gd name="connsiteX11" fmla="*/ 0 w 94555"/>
                <a:gd name="connsiteY11" fmla="*/ 64260 h 172768"/>
                <a:gd name="connsiteX12" fmla="*/ 2390 w 94555"/>
                <a:gd name="connsiteY12" fmla="*/ 66650 h 172768"/>
                <a:gd name="connsiteX13" fmla="*/ 22291 w 94555"/>
                <a:gd name="connsiteY13" fmla="*/ 66650 h 172768"/>
                <a:gd name="connsiteX14" fmla="*/ 24181 w 94555"/>
                <a:gd name="connsiteY14" fmla="*/ 68540 h 172768"/>
                <a:gd name="connsiteX15" fmla="*/ 24181 w 94555"/>
                <a:gd name="connsiteY15" fmla="*/ 170378 h 172768"/>
                <a:gd name="connsiteX16" fmla="*/ 26571 w 94555"/>
                <a:gd name="connsiteY16" fmla="*/ 172768 h 172768"/>
                <a:gd name="connsiteX17" fmla="*/ 67984 w 94555"/>
                <a:gd name="connsiteY17" fmla="*/ 172768 h 172768"/>
                <a:gd name="connsiteX18" fmla="*/ 70375 w 94555"/>
                <a:gd name="connsiteY18" fmla="*/ 170378 h 172768"/>
                <a:gd name="connsiteX19" fmla="*/ 70375 w 94555"/>
                <a:gd name="connsiteY19" fmla="*/ 68596 h 172768"/>
                <a:gd name="connsiteX20" fmla="*/ 72265 w 94555"/>
                <a:gd name="connsiteY20" fmla="*/ 66706 h 172768"/>
                <a:gd name="connsiteX21" fmla="*/ 92165 w 94555"/>
                <a:gd name="connsiteY21" fmla="*/ 66706 h 172768"/>
                <a:gd name="connsiteX22" fmla="*/ 94556 w 94555"/>
                <a:gd name="connsiteY22" fmla="*/ 64316 h 172768"/>
                <a:gd name="connsiteX23" fmla="*/ 94556 w 94555"/>
                <a:gd name="connsiteY23" fmla="*/ 27905 h 172768"/>
                <a:gd name="connsiteX24" fmla="*/ 92165 w 94555"/>
                <a:gd name="connsiteY24" fmla="*/ 25515 h 17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555" h="172768">
                  <a:moveTo>
                    <a:pt x="92165" y="25459"/>
                  </a:moveTo>
                  <a:lnTo>
                    <a:pt x="72265" y="25459"/>
                  </a:lnTo>
                  <a:cubicBezTo>
                    <a:pt x="71209" y="25459"/>
                    <a:pt x="70375" y="24626"/>
                    <a:pt x="70375" y="23569"/>
                  </a:cubicBezTo>
                  <a:lnTo>
                    <a:pt x="70375" y="2390"/>
                  </a:lnTo>
                  <a:cubicBezTo>
                    <a:pt x="70375" y="1056"/>
                    <a:pt x="69319" y="0"/>
                    <a:pt x="67984" y="0"/>
                  </a:cubicBezTo>
                  <a:lnTo>
                    <a:pt x="26571" y="0"/>
                  </a:lnTo>
                  <a:cubicBezTo>
                    <a:pt x="25237" y="0"/>
                    <a:pt x="24181" y="1056"/>
                    <a:pt x="24181" y="2390"/>
                  </a:cubicBezTo>
                  <a:lnTo>
                    <a:pt x="24181" y="23569"/>
                  </a:lnTo>
                  <a:cubicBezTo>
                    <a:pt x="24181" y="24626"/>
                    <a:pt x="23347" y="25459"/>
                    <a:pt x="22291" y="25459"/>
                  </a:cubicBezTo>
                  <a:lnTo>
                    <a:pt x="2390" y="25459"/>
                  </a:lnTo>
                  <a:cubicBezTo>
                    <a:pt x="1056" y="25459"/>
                    <a:pt x="0" y="26516"/>
                    <a:pt x="0" y="27850"/>
                  </a:cubicBezTo>
                  <a:lnTo>
                    <a:pt x="0" y="64260"/>
                  </a:lnTo>
                  <a:cubicBezTo>
                    <a:pt x="0" y="65594"/>
                    <a:pt x="1056" y="66650"/>
                    <a:pt x="2390" y="66650"/>
                  </a:cubicBezTo>
                  <a:lnTo>
                    <a:pt x="22291" y="66650"/>
                  </a:lnTo>
                  <a:cubicBezTo>
                    <a:pt x="23347" y="66650"/>
                    <a:pt x="24181" y="67484"/>
                    <a:pt x="24181" y="68540"/>
                  </a:cubicBezTo>
                  <a:lnTo>
                    <a:pt x="24181" y="170378"/>
                  </a:lnTo>
                  <a:cubicBezTo>
                    <a:pt x="24181" y="171712"/>
                    <a:pt x="25237" y="172768"/>
                    <a:pt x="26571" y="172768"/>
                  </a:cubicBezTo>
                  <a:lnTo>
                    <a:pt x="67984" y="172768"/>
                  </a:lnTo>
                  <a:cubicBezTo>
                    <a:pt x="69319" y="172768"/>
                    <a:pt x="70375" y="171712"/>
                    <a:pt x="70375" y="170378"/>
                  </a:cubicBezTo>
                  <a:lnTo>
                    <a:pt x="70375" y="68596"/>
                  </a:lnTo>
                  <a:cubicBezTo>
                    <a:pt x="70375" y="67540"/>
                    <a:pt x="71209" y="66706"/>
                    <a:pt x="72265" y="66706"/>
                  </a:cubicBezTo>
                  <a:lnTo>
                    <a:pt x="92165" y="66706"/>
                  </a:lnTo>
                  <a:cubicBezTo>
                    <a:pt x="93499" y="66706"/>
                    <a:pt x="94556" y="65650"/>
                    <a:pt x="94556" y="64316"/>
                  </a:cubicBezTo>
                  <a:lnTo>
                    <a:pt x="94556" y="27905"/>
                  </a:lnTo>
                  <a:cubicBezTo>
                    <a:pt x="94556" y="26571"/>
                    <a:pt x="93499" y="25515"/>
                    <a:pt x="92165" y="255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F3EBAF98-77AE-494D-FCA9-F54E34A60A6A}"/>
                </a:ext>
              </a:extLst>
            </p:cNvPr>
            <p:cNvSpPr/>
            <p:nvPr/>
          </p:nvSpPr>
          <p:spPr>
            <a:xfrm>
              <a:off x="986067" y="4808025"/>
              <a:ext cx="150322" cy="147030"/>
            </a:xfrm>
            <a:custGeom>
              <a:avLst/>
              <a:gdLst>
                <a:gd name="connsiteX0" fmla="*/ 109243 w 150322"/>
                <a:gd name="connsiteY0" fmla="*/ 2390 h 147030"/>
                <a:gd name="connsiteX1" fmla="*/ 109243 w 150322"/>
                <a:gd name="connsiteY1" fmla="*/ 9506 h 147030"/>
                <a:gd name="connsiteX2" fmla="*/ 66773 w 150322"/>
                <a:gd name="connsiteY2" fmla="*/ 500 h 147030"/>
                <a:gd name="connsiteX3" fmla="*/ 178 w 150322"/>
                <a:gd name="connsiteY3" fmla="*/ 68429 h 147030"/>
                <a:gd name="connsiteX4" fmla="*/ 73444 w 150322"/>
                <a:gd name="connsiteY4" fmla="*/ 147031 h 147030"/>
                <a:gd name="connsiteX5" fmla="*/ 109243 w 150322"/>
                <a:gd name="connsiteY5" fmla="*/ 137748 h 147030"/>
                <a:gd name="connsiteX6" fmla="*/ 109243 w 150322"/>
                <a:gd name="connsiteY6" fmla="*/ 144641 h 147030"/>
                <a:gd name="connsiteX7" fmla="*/ 111633 w 150322"/>
                <a:gd name="connsiteY7" fmla="*/ 147031 h 147030"/>
                <a:gd name="connsiteX8" fmla="*/ 147932 w 150322"/>
                <a:gd name="connsiteY8" fmla="*/ 147031 h 147030"/>
                <a:gd name="connsiteX9" fmla="*/ 150322 w 150322"/>
                <a:gd name="connsiteY9" fmla="*/ 144641 h 147030"/>
                <a:gd name="connsiteX10" fmla="*/ 150322 w 150322"/>
                <a:gd name="connsiteY10" fmla="*/ 2390 h 147030"/>
                <a:gd name="connsiteX11" fmla="*/ 147932 w 150322"/>
                <a:gd name="connsiteY11" fmla="*/ 0 h 147030"/>
                <a:gd name="connsiteX12" fmla="*/ 111633 w 150322"/>
                <a:gd name="connsiteY12" fmla="*/ 0 h 147030"/>
                <a:gd name="connsiteX13" fmla="*/ 109243 w 150322"/>
                <a:gd name="connsiteY13" fmla="*/ 2390 h 147030"/>
                <a:gd name="connsiteX14" fmla="*/ 76724 w 150322"/>
                <a:gd name="connsiteY14" fmla="*/ 105673 h 147030"/>
                <a:gd name="connsiteX15" fmla="*/ 41369 w 150322"/>
                <a:gd name="connsiteY15" fmla="*/ 70319 h 147030"/>
                <a:gd name="connsiteX16" fmla="*/ 70109 w 150322"/>
                <a:gd name="connsiteY16" fmla="*/ 41580 h 147030"/>
                <a:gd name="connsiteX17" fmla="*/ 105463 w 150322"/>
                <a:gd name="connsiteY17" fmla="*/ 76879 h 147030"/>
                <a:gd name="connsiteX18" fmla="*/ 76724 w 150322"/>
                <a:gd name="connsiteY18" fmla="*/ 105673 h 14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322" h="147030">
                  <a:moveTo>
                    <a:pt x="109243" y="2390"/>
                  </a:moveTo>
                  <a:lnTo>
                    <a:pt x="109243" y="9506"/>
                  </a:lnTo>
                  <a:cubicBezTo>
                    <a:pt x="96846" y="2613"/>
                    <a:pt x="82227" y="-889"/>
                    <a:pt x="66773" y="500"/>
                  </a:cubicBezTo>
                  <a:cubicBezTo>
                    <a:pt x="31141" y="3669"/>
                    <a:pt x="2624" y="32741"/>
                    <a:pt x="178" y="68429"/>
                  </a:cubicBezTo>
                  <a:cubicBezTo>
                    <a:pt x="-2768" y="111343"/>
                    <a:pt x="31141" y="147031"/>
                    <a:pt x="73444" y="147031"/>
                  </a:cubicBezTo>
                  <a:cubicBezTo>
                    <a:pt x="86451" y="147031"/>
                    <a:pt x="98625" y="143640"/>
                    <a:pt x="109243" y="137748"/>
                  </a:cubicBezTo>
                  <a:lnTo>
                    <a:pt x="109243" y="144641"/>
                  </a:lnTo>
                  <a:cubicBezTo>
                    <a:pt x="109243" y="145975"/>
                    <a:pt x="110299" y="147031"/>
                    <a:pt x="111633" y="147031"/>
                  </a:cubicBezTo>
                  <a:lnTo>
                    <a:pt x="147932" y="147031"/>
                  </a:lnTo>
                  <a:cubicBezTo>
                    <a:pt x="149266" y="147031"/>
                    <a:pt x="150322" y="145975"/>
                    <a:pt x="150322" y="144641"/>
                  </a:cubicBezTo>
                  <a:lnTo>
                    <a:pt x="150322" y="2390"/>
                  </a:lnTo>
                  <a:cubicBezTo>
                    <a:pt x="150322" y="1056"/>
                    <a:pt x="149266" y="0"/>
                    <a:pt x="147932" y="0"/>
                  </a:cubicBezTo>
                  <a:lnTo>
                    <a:pt x="111633" y="0"/>
                  </a:lnTo>
                  <a:cubicBezTo>
                    <a:pt x="110299" y="0"/>
                    <a:pt x="109243" y="1056"/>
                    <a:pt x="109243" y="2390"/>
                  </a:cubicBezTo>
                  <a:close/>
                  <a:moveTo>
                    <a:pt x="76724" y="105673"/>
                  </a:moveTo>
                  <a:cubicBezTo>
                    <a:pt x="56378" y="107730"/>
                    <a:pt x="39368" y="90720"/>
                    <a:pt x="41369" y="70319"/>
                  </a:cubicBezTo>
                  <a:cubicBezTo>
                    <a:pt x="42870" y="55255"/>
                    <a:pt x="55044" y="43081"/>
                    <a:pt x="70109" y="41580"/>
                  </a:cubicBezTo>
                  <a:cubicBezTo>
                    <a:pt x="90454" y="39523"/>
                    <a:pt x="107464" y="56533"/>
                    <a:pt x="105463" y="76879"/>
                  </a:cubicBezTo>
                  <a:cubicBezTo>
                    <a:pt x="103962" y="91943"/>
                    <a:pt x="91788" y="104172"/>
                    <a:pt x="76724" y="10567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A557B764-00A0-46B9-4028-596AFBFE7EEB}"/>
                </a:ext>
              </a:extLst>
            </p:cNvPr>
            <p:cNvSpPr/>
            <p:nvPr/>
          </p:nvSpPr>
          <p:spPr>
            <a:xfrm>
              <a:off x="1150231" y="4807969"/>
              <a:ext cx="104061" cy="147086"/>
            </a:xfrm>
            <a:custGeom>
              <a:avLst/>
              <a:gdLst>
                <a:gd name="connsiteX0" fmla="*/ 73321 w 104061"/>
                <a:gd name="connsiteY0" fmla="*/ 167 h 147086"/>
                <a:gd name="connsiteX1" fmla="*/ 41080 w 104061"/>
                <a:gd name="connsiteY1" fmla="*/ 7616 h 147086"/>
                <a:gd name="connsiteX2" fmla="*/ 41080 w 104061"/>
                <a:gd name="connsiteY2" fmla="*/ 2390 h 147086"/>
                <a:gd name="connsiteX3" fmla="*/ 38689 w 104061"/>
                <a:gd name="connsiteY3" fmla="*/ 0 h 147086"/>
                <a:gd name="connsiteX4" fmla="*/ 2390 w 104061"/>
                <a:gd name="connsiteY4" fmla="*/ 0 h 147086"/>
                <a:gd name="connsiteX5" fmla="*/ 0 w 104061"/>
                <a:gd name="connsiteY5" fmla="*/ 2390 h 147086"/>
                <a:gd name="connsiteX6" fmla="*/ 0 w 104061"/>
                <a:gd name="connsiteY6" fmla="*/ 144696 h 147086"/>
                <a:gd name="connsiteX7" fmla="*/ 2390 w 104061"/>
                <a:gd name="connsiteY7" fmla="*/ 147086 h 147086"/>
                <a:gd name="connsiteX8" fmla="*/ 38689 w 104061"/>
                <a:gd name="connsiteY8" fmla="*/ 147086 h 147086"/>
                <a:gd name="connsiteX9" fmla="*/ 41080 w 104061"/>
                <a:gd name="connsiteY9" fmla="*/ 144696 h 147086"/>
                <a:gd name="connsiteX10" fmla="*/ 41080 w 104061"/>
                <a:gd name="connsiteY10" fmla="*/ 65427 h 147086"/>
                <a:gd name="connsiteX11" fmla="*/ 85884 w 104061"/>
                <a:gd name="connsiteY11" fmla="*/ 43915 h 147086"/>
                <a:gd name="connsiteX12" fmla="*/ 104061 w 104061"/>
                <a:gd name="connsiteY12" fmla="*/ 6837 h 147086"/>
                <a:gd name="connsiteX13" fmla="*/ 73376 w 104061"/>
                <a:gd name="connsiteY13" fmla="*/ 167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061" h="147086">
                  <a:moveTo>
                    <a:pt x="73321" y="167"/>
                  </a:moveTo>
                  <a:cubicBezTo>
                    <a:pt x="61759" y="167"/>
                    <a:pt x="50808" y="2835"/>
                    <a:pt x="41080" y="7616"/>
                  </a:cubicBezTo>
                  <a:lnTo>
                    <a:pt x="41080" y="2390"/>
                  </a:lnTo>
                  <a:cubicBezTo>
                    <a:pt x="41080" y="1056"/>
                    <a:pt x="40024" y="0"/>
                    <a:pt x="38689" y="0"/>
                  </a:cubicBezTo>
                  <a:lnTo>
                    <a:pt x="2390" y="0"/>
                  </a:lnTo>
                  <a:cubicBezTo>
                    <a:pt x="1056" y="0"/>
                    <a:pt x="0" y="1056"/>
                    <a:pt x="0" y="2390"/>
                  </a:cubicBezTo>
                  <a:lnTo>
                    <a:pt x="0" y="144696"/>
                  </a:lnTo>
                  <a:cubicBezTo>
                    <a:pt x="0" y="146030"/>
                    <a:pt x="1056" y="147086"/>
                    <a:pt x="2390" y="147086"/>
                  </a:cubicBezTo>
                  <a:lnTo>
                    <a:pt x="38689" y="147086"/>
                  </a:lnTo>
                  <a:cubicBezTo>
                    <a:pt x="40024" y="147086"/>
                    <a:pt x="41080" y="146030"/>
                    <a:pt x="41080" y="144696"/>
                  </a:cubicBezTo>
                  <a:lnTo>
                    <a:pt x="41080" y="65427"/>
                  </a:lnTo>
                  <a:cubicBezTo>
                    <a:pt x="41135" y="47639"/>
                    <a:pt x="60313" y="36021"/>
                    <a:pt x="85884" y="43915"/>
                  </a:cubicBezTo>
                  <a:lnTo>
                    <a:pt x="104061" y="6837"/>
                  </a:lnTo>
                  <a:cubicBezTo>
                    <a:pt x="94722" y="2557"/>
                    <a:pt x="84327" y="167"/>
                    <a:pt x="73376" y="1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3394AF1E-F464-9D64-F738-F1D4A9E6BF3E}"/>
                </a:ext>
              </a:extLst>
            </p:cNvPr>
            <p:cNvSpPr/>
            <p:nvPr/>
          </p:nvSpPr>
          <p:spPr>
            <a:xfrm>
              <a:off x="330583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2AAEA814-7EBB-6340-75B9-979BE53180D6}"/>
                </a:ext>
              </a:extLst>
            </p:cNvPr>
            <p:cNvSpPr/>
            <p:nvPr/>
          </p:nvSpPr>
          <p:spPr>
            <a:xfrm>
              <a:off x="609375" y="4808260"/>
              <a:ext cx="146717" cy="146727"/>
            </a:xfrm>
            <a:custGeom>
              <a:avLst/>
              <a:gdLst>
                <a:gd name="connsiteX0" fmla="*/ 77195 w 146717"/>
                <a:gd name="connsiteY0" fmla="*/ 98 h 146727"/>
                <a:gd name="connsiteX1" fmla="*/ 94 w 146717"/>
                <a:gd name="connsiteY1" fmla="*/ 77199 h 146727"/>
                <a:gd name="connsiteX2" fmla="*/ 69523 w 146717"/>
                <a:gd name="connsiteY2" fmla="*/ 146629 h 146727"/>
                <a:gd name="connsiteX3" fmla="*/ 146624 w 146717"/>
                <a:gd name="connsiteY3" fmla="*/ 69528 h 146727"/>
                <a:gd name="connsiteX4" fmla="*/ 77195 w 146717"/>
                <a:gd name="connsiteY4" fmla="*/ 98 h 146727"/>
                <a:gd name="connsiteX5" fmla="*/ 77306 w 146717"/>
                <a:gd name="connsiteY5" fmla="*/ 105716 h 146727"/>
                <a:gd name="connsiteX6" fmla="*/ 41952 w 146717"/>
                <a:gd name="connsiteY6" fmla="*/ 70362 h 146727"/>
                <a:gd name="connsiteX7" fmla="*/ 70746 w 146717"/>
                <a:gd name="connsiteY7" fmla="*/ 41567 h 146727"/>
                <a:gd name="connsiteX8" fmla="*/ 106100 w 146717"/>
                <a:gd name="connsiteY8" fmla="*/ 76921 h 146727"/>
                <a:gd name="connsiteX9" fmla="*/ 77306 w 146717"/>
                <a:gd name="connsiteY9" fmla="*/ 105716 h 14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717" h="146727">
                  <a:moveTo>
                    <a:pt x="77195" y="98"/>
                  </a:moveTo>
                  <a:cubicBezTo>
                    <a:pt x="33669" y="-2125"/>
                    <a:pt x="-2074" y="33674"/>
                    <a:pt x="94" y="77199"/>
                  </a:cubicBezTo>
                  <a:cubicBezTo>
                    <a:pt x="1984" y="114499"/>
                    <a:pt x="32279" y="144739"/>
                    <a:pt x="69523" y="146629"/>
                  </a:cubicBezTo>
                  <a:cubicBezTo>
                    <a:pt x="113049" y="148852"/>
                    <a:pt x="148792" y="113054"/>
                    <a:pt x="146624" y="69528"/>
                  </a:cubicBezTo>
                  <a:cubicBezTo>
                    <a:pt x="144734" y="32228"/>
                    <a:pt x="114439" y="1988"/>
                    <a:pt x="77195" y="98"/>
                  </a:cubicBezTo>
                  <a:close/>
                  <a:moveTo>
                    <a:pt x="77306" y="105716"/>
                  </a:moveTo>
                  <a:cubicBezTo>
                    <a:pt x="56905" y="107717"/>
                    <a:pt x="39950" y="90763"/>
                    <a:pt x="41952" y="70362"/>
                  </a:cubicBezTo>
                  <a:cubicBezTo>
                    <a:pt x="43453" y="55297"/>
                    <a:pt x="55626" y="43068"/>
                    <a:pt x="70746" y="41567"/>
                  </a:cubicBezTo>
                  <a:cubicBezTo>
                    <a:pt x="91147" y="39566"/>
                    <a:pt x="108102" y="56520"/>
                    <a:pt x="106100" y="76921"/>
                  </a:cubicBezTo>
                  <a:cubicBezTo>
                    <a:pt x="104600" y="91986"/>
                    <a:pt x="92426" y="104215"/>
                    <a:pt x="77306" y="10571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4765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/>
          <p:nvPr userDrawn="1"/>
        </p:nvSpPr>
        <p:spPr>
          <a:xfrm>
            <a:off x="8588710" y="4882300"/>
            <a:ext cx="555290" cy="1388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560" y="224043"/>
            <a:ext cx="7876108" cy="480600"/>
          </a:xfrm>
        </p:spPr>
        <p:txBody>
          <a:bodyPr lIns="0"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/>
          <p:nvPr userDrawn="1"/>
        </p:nvSpPr>
        <p:spPr>
          <a:xfrm>
            <a:off x="1" y="-2926"/>
            <a:ext cx="90776" cy="27347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 dirty="0">
              <a:solidFill>
                <a:srgbClr val="134B8C"/>
              </a:solidFill>
            </a:endParaRPr>
          </a:p>
        </p:txBody>
      </p:sp>
      <p:sp>
        <p:nvSpPr>
          <p:cNvPr id="14" name="內容版面配置區 20">
            <a:extLst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2854" y="841773"/>
            <a:ext cx="8761837" cy="3963372"/>
          </a:xfrm>
        </p:spPr>
        <p:txBody>
          <a:bodyPr lIns="36000">
            <a:normAutofit/>
          </a:bodyPr>
          <a:lstStyle>
            <a:lvl1pPr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/>
          <p:nvPr userDrawn="1"/>
        </p:nvSpPr>
        <p:spPr>
          <a:xfrm>
            <a:off x="1" y="215041"/>
            <a:ext cx="90774" cy="4896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rgbClr val="134B8C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 txBox="1"/>
          <p:nvPr userDrawn="1"/>
        </p:nvSpPr>
        <p:spPr>
          <a:xfrm>
            <a:off x="8723945" y="4843722"/>
            <a:ext cx="318579" cy="2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890509B-3FFF-67B9-2EFB-D202760ADE06}"/>
              </a:ext>
            </a:extLst>
          </p:cNvPr>
          <p:cNvSpPr txBox="1"/>
          <p:nvPr userDrawn="1"/>
        </p:nvSpPr>
        <p:spPr>
          <a:xfrm>
            <a:off x="5885689" y="4882300"/>
            <a:ext cx="2703022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[ Confidential ]   [ Security P ]   © </a:t>
            </a:r>
            <a:fld id="{507DB48C-140F-478A-84DB-5E1F8C46EB30}" type="datetimeyyyy">
              <a:rPr lang="en-US" altLang="zh-TW" sz="450" kern="1200" smtClean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pPr marL="0" marR="0" lvl="0" indent="0" algn="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r>
              <a:rPr lang="en-US" altLang="zh-TW" sz="45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Ennostar Inc. &amp; Ennostar Corp. All Rights Reserved.</a:t>
            </a:r>
            <a:endParaRPr lang="zh-TW" altLang="en-US" sz="450" kern="1200" dirty="0">
              <a:solidFill>
                <a:schemeClr val="tx1"/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0E4DF535-5A76-37FB-2941-BF96A3B20ED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68308" y="221170"/>
            <a:ext cx="731520" cy="127950"/>
            <a:chOff x="189000" y="4768780"/>
            <a:chExt cx="1065292" cy="186331"/>
          </a:xfrm>
          <a:solidFill>
            <a:schemeClr val="accent1"/>
          </a:solidFill>
        </p:grpSpPr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D0D72D94-1389-9377-5290-4C58495F7AD4}"/>
                </a:ext>
              </a:extLst>
            </p:cNvPr>
            <p:cNvSpPr/>
            <p:nvPr/>
          </p:nvSpPr>
          <p:spPr>
            <a:xfrm>
              <a:off x="761892" y="4807135"/>
              <a:ext cx="125017" cy="147642"/>
            </a:xfrm>
            <a:custGeom>
              <a:avLst/>
              <a:gdLst>
                <a:gd name="connsiteX0" fmla="*/ 72709 w 125017"/>
                <a:gd name="connsiteY0" fmla="*/ 57089 h 147642"/>
                <a:gd name="connsiteX1" fmla="*/ 49307 w 125017"/>
                <a:gd name="connsiteY1" fmla="*/ 50141 h 147642"/>
                <a:gd name="connsiteX2" fmla="*/ 43692 w 125017"/>
                <a:gd name="connsiteY2" fmla="*/ 42080 h 147642"/>
                <a:gd name="connsiteX3" fmla="*/ 48195 w 125017"/>
                <a:gd name="connsiteY3" fmla="*/ 33575 h 147642"/>
                <a:gd name="connsiteX4" fmla="*/ 59813 w 125017"/>
                <a:gd name="connsiteY4" fmla="*/ 30296 h 147642"/>
                <a:gd name="connsiteX5" fmla="*/ 70764 w 125017"/>
                <a:gd name="connsiteY5" fmla="*/ 33242 h 147642"/>
                <a:gd name="connsiteX6" fmla="*/ 76545 w 125017"/>
                <a:gd name="connsiteY6" fmla="*/ 42025 h 147642"/>
                <a:gd name="connsiteX7" fmla="*/ 117069 w 125017"/>
                <a:gd name="connsiteY7" fmla="*/ 42025 h 147642"/>
                <a:gd name="connsiteX8" fmla="*/ 99614 w 125017"/>
                <a:gd name="connsiteY8" fmla="*/ 12063 h 147642"/>
                <a:gd name="connsiteX9" fmla="*/ 61036 w 125017"/>
                <a:gd name="connsiteY9" fmla="*/ 0 h 147642"/>
                <a:gd name="connsiteX10" fmla="*/ 18956 w 125017"/>
                <a:gd name="connsiteY10" fmla="*/ 12174 h 147642"/>
                <a:gd name="connsiteX11" fmla="*/ 2557 w 125017"/>
                <a:gd name="connsiteY11" fmla="*/ 43581 h 147642"/>
                <a:gd name="connsiteX12" fmla="*/ 16676 w 125017"/>
                <a:gd name="connsiteY12" fmla="*/ 69652 h 147642"/>
                <a:gd name="connsiteX13" fmla="*/ 57867 w 125017"/>
                <a:gd name="connsiteY13" fmla="*/ 86718 h 147642"/>
                <a:gd name="connsiteX14" fmla="*/ 77156 w 125017"/>
                <a:gd name="connsiteY14" fmla="*/ 93777 h 147642"/>
                <a:gd name="connsiteX15" fmla="*/ 83938 w 125017"/>
                <a:gd name="connsiteY15" fmla="*/ 103783 h 147642"/>
                <a:gd name="connsiteX16" fmla="*/ 78491 w 125017"/>
                <a:gd name="connsiteY16" fmla="*/ 113511 h 147642"/>
                <a:gd name="connsiteX17" fmla="*/ 64538 w 125017"/>
                <a:gd name="connsiteY17" fmla="*/ 117291 h 147642"/>
                <a:gd name="connsiteX18" fmla="*/ 49974 w 125017"/>
                <a:gd name="connsiteY18" fmla="*/ 112733 h 147642"/>
                <a:gd name="connsiteX19" fmla="*/ 42525 w 125017"/>
                <a:gd name="connsiteY19" fmla="*/ 99392 h 147642"/>
                <a:gd name="connsiteX20" fmla="*/ 0 w 125017"/>
                <a:gd name="connsiteY20" fmla="*/ 99392 h 147642"/>
                <a:gd name="connsiteX21" fmla="*/ 18900 w 125017"/>
                <a:gd name="connsiteY21" fmla="*/ 134301 h 147642"/>
                <a:gd name="connsiteX22" fmla="*/ 63815 w 125017"/>
                <a:gd name="connsiteY22" fmla="*/ 147642 h 147642"/>
                <a:gd name="connsiteX23" fmla="*/ 107841 w 125017"/>
                <a:gd name="connsiteY23" fmla="*/ 134412 h 147642"/>
                <a:gd name="connsiteX24" fmla="*/ 125018 w 125017"/>
                <a:gd name="connsiteY24" fmla="*/ 100392 h 147642"/>
                <a:gd name="connsiteX25" fmla="*/ 111677 w 125017"/>
                <a:gd name="connsiteY25" fmla="*/ 73821 h 147642"/>
                <a:gd name="connsiteX26" fmla="*/ 72821 w 125017"/>
                <a:gd name="connsiteY26" fmla="*/ 57145 h 147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5017" h="147642">
                  <a:moveTo>
                    <a:pt x="72709" y="57089"/>
                  </a:moveTo>
                  <a:cubicBezTo>
                    <a:pt x="62092" y="54476"/>
                    <a:pt x="53031" y="52197"/>
                    <a:pt x="49307" y="50141"/>
                  </a:cubicBezTo>
                  <a:cubicBezTo>
                    <a:pt x="45582" y="48139"/>
                    <a:pt x="43692" y="45416"/>
                    <a:pt x="43692" y="42080"/>
                  </a:cubicBezTo>
                  <a:cubicBezTo>
                    <a:pt x="43692" y="38745"/>
                    <a:pt x="45193" y="35743"/>
                    <a:pt x="48195" y="33575"/>
                  </a:cubicBezTo>
                  <a:cubicBezTo>
                    <a:pt x="51197" y="31407"/>
                    <a:pt x="55088" y="30296"/>
                    <a:pt x="59813" y="30296"/>
                  </a:cubicBezTo>
                  <a:cubicBezTo>
                    <a:pt x="64260" y="30296"/>
                    <a:pt x="67929" y="31296"/>
                    <a:pt x="70764" y="33242"/>
                  </a:cubicBezTo>
                  <a:cubicBezTo>
                    <a:pt x="73599" y="35187"/>
                    <a:pt x="75544" y="38134"/>
                    <a:pt x="76545" y="42025"/>
                  </a:cubicBezTo>
                  <a:lnTo>
                    <a:pt x="117069" y="42025"/>
                  </a:lnTo>
                  <a:cubicBezTo>
                    <a:pt x="116179" y="30073"/>
                    <a:pt x="110343" y="20123"/>
                    <a:pt x="99614" y="12063"/>
                  </a:cubicBezTo>
                  <a:cubicBezTo>
                    <a:pt x="88886" y="4002"/>
                    <a:pt x="75989" y="0"/>
                    <a:pt x="61036" y="0"/>
                  </a:cubicBezTo>
                  <a:cubicBezTo>
                    <a:pt x="43915" y="0"/>
                    <a:pt x="29906" y="4058"/>
                    <a:pt x="18956" y="12174"/>
                  </a:cubicBezTo>
                  <a:cubicBezTo>
                    <a:pt x="8005" y="20290"/>
                    <a:pt x="2557" y="30740"/>
                    <a:pt x="2557" y="43581"/>
                  </a:cubicBezTo>
                  <a:cubicBezTo>
                    <a:pt x="2557" y="54365"/>
                    <a:pt x="8505" y="63037"/>
                    <a:pt x="16676" y="69652"/>
                  </a:cubicBezTo>
                  <a:cubicBezTo>
                    <a:pt x="24959" y="76323"/>
                    <a:pt x="38689" y="81993"/>
                    <a:pt x="57867" y="86718"/>
                  </a:cubicBezTo>
                  <a:cubicBezTo>
                    <a:pt x="67373" y="89052"/>
                    <a:pt x="73821" y="91443"/>
                    <a:pt x="77156" y="93777"/>
                  </a:cubicBezTo>
                  <a:cubicBezTo>
                    <a:pt x="80436" y="96112"/>
                    <a:pt x="83938" y="99447"/>
                    <a:pt x="83938" y="103783"/>
                  </a:cubicBezTo>
                  <a:cubicBezTo>
                    <a:pt x="83938" y="107786"/>
                    <a:pt x="82104" y="111010"/>
                    <a:pt x="78491" y="113511"/>
                  </a:cubicBezTo>
                  <a:cubicBezTo>
                    <a:pt x="74822" y="116013"/>
                    <a:pt x="70208" y="117291"/>
                    <a:pt x="64538" y="117291"/>
                  </a:cubicBezTo>
                  <a:cubicBezTo>
                    <a:pt x="58590" y="117291"/>
                    <a:pt x="53698" y="115790"/>
                    <a:pt x="49974" y="112733"/>
                  </a:cubicBezTo>
                  <a:cubicBezTo>
                    <a:pt x="46249" y="109676"/>
                    <a:pt x="43748" y="105229"/>
                    <a:pt x="42525" y="99392"/>
                  </a:cubicBezTo>
                  <a:lnTo>
                    <a:pt x="0" y="99392"/>
                  </a:lnTo>
                  <a:cubicBezTo>
                    <a:pt x="834" y="113734"/>
                    <a:pt x="7115" y="125407"/>
                    <a:pt x="18900" y="134301"/>
                  </a:cubicBezTo>
                  <a:cubicBezTo>
                    <a:pt x="30685" y="143195"/>
                    <a:pt x="45638" y="147642"/>
                    <a:pt x="63815" y="147642"/>
                  </a:cubicBezTo>
                  <a:cubicBezTo>
                    <a:pt x="81993" y="147642"/>
                    <a:pt x="96446" y="143251"/>
                    <a:pt x="107841" y="134412"/>
                  </a:cubicBezTo>
                  <a:cubicBezTo>
                    <a:pt x="119292" y="125629"/>
                    <a:pt x="125018" y="114234"/>
                    <a:pt x="125018" y="100392"/>
                  </a:cubicBezTo>
                  <a:cubicBezTo>
                    <a:pt x="125018" y="89330"/>
                    <a:pt x="119348" y="80492"/>
                    <a:pt x="111677" y="73821"/>
                  </a:cubicBezTo>
                  <a:cubicBezTo>
                    <a:pt x="103894" y="67151"/>
                    <a:pt x="90942" y="61592"/>
                    <a:pt x="72821" y="5714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01D088CB-CC88-1FE0-3AC1-3F519437DDBA}"/>
                </a:ext>
              </a:extLst>
            </p:cNvPr>
            <p:cNvSpPr/>
            <p:nvPr/>
          </p:nvSpPr>
          <p:spPr>
            <a:xfrm>
              <a:off x="189000" y="4768780"/>
              <a:ext cx="127797" cy="186276"/>
            </a:xfrm>
            <a:custGeom>
              <a:avLst/>
              <a:gdLst>
                <a:gd name="connsiteX0" fmla="*/ 0 w 127797"/>
                <a:gd name="connsiteY0" fmla="*/ 183941 h 186276"/>
                <a:gd name="connsiteX1" fmla="*/ 0 w 127797"/>
                <a:gd name="connsiteY1" fmla="*/ 2390 h 186276"/>
                <a:gd name="connsiteX2" fmla="*/ 2390 w 127797"/>
                <a:gd name="connsiteY2" fmla="*/ 0 h 186276"/>
                <a:gd name="connsiteX3" fmla="*/ 125407 w 127797"/>
                <a:gd name="connsiteY3" fmla="*/ 0 h 186276"/>
                <a:gd name="connsiteX4" fmla="*/ 127797 w 127797"/>
                <a:gd name="connsiteY4" fmla="*/ 2390 h 186276"/>
                <a:gd name="connsiteX5" fmla="*/ 127797 w 127797"/>
                <a:gd name="connsiteY5" fmla="*/ 36410 h 186276"/>
                <a:gd name="connsiteX6" fmla="*/ 125407 w 127797"/>
                <a:gd name="connsiteY6" fmla="*/ 38801 h 186276"/>
                <a:gd name="connsiteX7" fmla="*/ 48139 w 127797"/>
                <a:gd name="connsiteY7" fmla="*/ 38801 h 186276"/>
                <a:gd name="connsiteX8" fmla="*/ 45749 w 127797"/>
                <a:gd name="connsiteY8" fmla="*/ 41191 h 186276"/>
                <a:gd name="connsiteX9" fmla="*/ 45749 w 127797"/>
                <a:gd name="connsiteY9" fmla="*/ 66761 h 186276"/>
                <a:gd name="connsiteX10" fmla="*/ 48139 w 127797"/>
                <a:gd name="connsiteY10" fmla="*/ 69152 h 186276"/>
                <a:gd name="connsiteX11" fmla="*/ 125407 w 127797"/>
                <a:gd name="connsiteY11" fmla="*/ 69152 h 186276"/>
                <a:gd name="connsiteX12" fmla="*/ 127797 w 127797"/>
                <a:gd name="connsiteY12" fmla="*/ 71542 h 186276"/>
                <a:gd name="connsiteX13" fmla="*/ 127797 w 127797"/>
                <a:gd name="connsiteY13" fmla="*/ 104673 h 186276"/>
                <a:gd name="connsiteX14" fmla="*/ 125407 w 127797"/>
                <a:gd name="connsiteY14" fmla="*/ 107063 h 186276"/>
                <a:gd name="connsiteX15" fmla="*/ 48139 w 127797"/>
                <a:gd name="connsiteY15" fmla="*/ 107063 h 186276"/>
                <a:gd name="connsiteX16" fmla="*/ 45749 w 127797"/>
                <a:gd name="connsiteY16" fmla="*/ 109453 h 186276"/>
                <a:gd name="connsiteX17" fmla="*/ 45749 w 127797"/>
                <a:gd name="connsiteY17" fmla="*/ 145196 h 186276"/>
                <a:gd name="connsiteX18" fmla="*/ 48139 w 127797"/>
                <a:gd name="connsiteY18" fmla="*/ 147587 h 186276"/>
                <a:gd name="connsiteX19" fmla="*/ 125407 w 127797"/>
                <a:gd name="connsiteY19" fmla="*/ 147587 h 186276"/>
                <a:gd name="connsiteX20" fmla="*/ 127797 w 127797"/>
                <a:gd name="connsiteY20" fmla="*/ 149977 h 186276"/>
                <a:gd name="connsiteX21" fmla="*/ 127797 w 127797"/>
                <a:gd name="connsiteY21" fmla="*/ 183886 h 186276"/>
                <a:gd name="connsiteX22" fmla="*/ 125407 w 127797"/>
                <a:gd name="connsiteY22" fmla="*/ 186276 h 186276"/>
                <a:gd name="connsiteX23" fmla="*/ 2390 w 127797"/>
                <a:gd name="connsiteY23" fmla="*/ 186276 h 186276"/>
                <a:gd name="connsiteX24" fmla="*/ 0 w 127797"/>
                <a:gd name="connsiteY24" fmla="*/ 183886 h 186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7797" h="186276">
                  <a:moveTo>
                    <a:pt x="0" y="183941"/>
                  </a:moveTo>
                  <a:lnTo>
                    <a:pt x="0" y="2390"/>
                  </a:lnTo>
                  <a:cubicBezTo>
                    <a:pt x="0" y="1056"/>
                    <a:pt x="1056" y="0"/>
                    <a:pt x="2390" y="0"/>
                  </a:cubicBezTo>
                  <a:lnTo>
                    <a:pt x="125407" y="0"/>
                  </a:lnTo>
                  <a:cubicBezTo>
                    <a:pt x="126741" y="0"/>
                    <a:pt x="127797" y="1056"/>
                    <a:pt x="127797" y="2390"/>
                  </a:cubicBezTo>
                  <a:lnTo>
                    <a:pt x="127797" y="36410"/>
                  </a:lnTo>
                  <a:cubicBezTo>
                    <a:pt x="127797" y="37744"/>
                    <a:pt x="126741" y="38801"/>
                    <a:pt x="125407" y="38801"/>
                  </a:cubicBezTo>
                  <a:lnTo>
                    <a:pt x="48139" y="38801"/>
                  </a:lnTo>
                  <a:cubicBezTo>
                    <a:pt x="46805" y="38801"/>
                    <a:pt x="45749" y="39857"/>
                    <a:pt x="45749" y="41191"/>
                  </a:cubicBezTo>
                  <a:lnTo>
                    <a:pt x="45749" y="66761"/>
                  </a:lnTo>
                  <a:cubicBezTo>
                    <a:pt x="45749" y="68096"/>
                    <a:pt x="46805" y="69152"/>
                    <a:pt x="48139" y="69152"/>
                  </a:cubicBezTo>
                  <a:lnTo>
                    <a:pt x="125407" y="69152"/>
                  </a:lnTo>
                  <a:cubicBezTo>
                    <a:pt x="126741" y="69152"/>
                    <a:pt x="127797" y="70208"/>
                    <a:pt x="127797" y="71542"/>
                  </a:cubicBezTo>
                  <a:lnTo>
                    <a:pt x="127797" y="104673"/>
                  </a:lnTo>
                  <a:cubicBezTo>
                    <a:pt x="127797" y="106007"/>
                    <a:pt x="126741" y="107063"/>
                    <a:pt x="125407" y="107063"/>
                  </a:cubicBezTo>
                  <a:lnTo>
                    <a:pt x="48139" y="107063"/>
                  </a:lnTo>
                  <a:cubicBezTo>
                    <a:pt x="46805" y="107063"/>
                    <a:pt x="45749" y="108119"/>
                    <a:pt x="45749" y="109453"/>
                  </a:cubicBezTo>
                  <a:lnTo>
                    <a:pt x="45749" y="145196"/>
                  </a:lnTo>
                  <a:cubicBezTo>
                    <a:pt x="45749" y="146531"/>
                    <a:pt x="46805" y="147587"/>
                    <a:pt x="48139" y="147587"/>
                  </a:cubicBezTo>
                  <a:lnTo>
                    <a:pt x="125407" y="147587"/>
                  </a:lnTo>
                  <a:cubicBezTo>
                    <a:pt x="126741" y="147587"/>
                    <a:pt x="127797" y="148643"/>
                    <a:pt x="127797" y="149977"/>
                  </a:cubicBezTo>
                  <a:lnTo>
                    <a:pt x="127797" y="183886"/>
                  </a:lnTo>
                  <a:cubicBezTo>
                    <a:pt x="127797" y="185220"/>
                    <a:pt x="126741" y="186276"/>
                    <a:pt x="125407" y="186276"/>
                  </a:cubicBezTo>
                  <a:lnTo>
                    <a:pt x="2390" y="186276"/>
                  </a:lnTo>
                  <a:cubicBezTo>
                    <a:pt x="1056" y="186276"/>
                    <a:pt x="0" y="185220"/>
                    <a:pt x="0" y="1838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C3AD385E-3EFE-FBA2-F94C-546C89820EBA}"/>
                </a:ext>
              </a:extLst>
            </p:cNvPr>
            <p:cNvSpPr/>
            <p:nvPr/>
          </p:nvSpPr>
          <p:spPr>
            <a:xfrm>
              <a:off x="473945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A11B2028-5E73-6B1D-1670-38F1E8550A11}"/>
                </a:ext>
              </a:extLst>
            </p:cNvPr>
            <p:cNvSpPr/>
            <p:nvPr/>
          </p:nvSpPr>
          <p:spPr>
            <a:xfrm>
              <a:off x="888299" y="4782287"/>
              <a:ext cx="94555" cy="172768"/>
            </a:xfrm>
            <a:custGeom>
              <a:avLst/>
              <a:gdLst>
                <a:gd name="connsiteX0" fmla="*/ 92165 w 94555"/>
                <a:gd name="connsiteY0" fmla="*/ 25459 h 172768"/>
                <a:gd name="connsiteX1" fmla="*/ 72265 w 94555"/>
                <a:gd name="connsiteY1" fmla="*/ 25459 h 172768"/>
                <a:gd name="connsiteX2" fmla="*/ 70375 w 94555"/>
                <a:gd name="connsiteY2" fmla="*/ 23569 h 172768"/>
                <a:gd name="connsiteX3" fmla="*/ 70375 w 94555"/>
                <a:gd name="connsiteY3" fmla="*/ 2390 h 172768"/>
                <a:gd name="connsiteX4" fmla="*/ 67984 w 94555"/>
                <a:gd name="connsiteY4" fmla="*/ 0 h 172768"/>
                <a:gd name="connsiteX5" fmla="*/ 26571 w 94555"/>
                <a:gd name="connsiteY5" fmla="*/ 0 h 172768"/>
                <a:gd name="connsiteX6" fmla="*/ 24181 w 94555"/>
                <a:gd name="connsiteY6" fmla="*/ 2390 h 172768"/>
                <a:gd name="connsiteX7" fmla="*/ 24181 w 94555"/>
                <a:gd name="connsiteY7" fmla="*/ 23569 h 172768"/>
                <a:gd name="connsiteX8" fmla="*/ 22291 w 94555"/>
                <a:gd name="connsiteY8" fmla="*/ 25459 h 172768"/>
                <a:gd name="connsiteX9" fmla="*/ 2390 w 94555"/>
                <a:gd name="connsiteY9" fmla="*/ 25459 h 172768"/>
                <a:gd name="connsiteX10" fmla="*/ 0 w 94555"/>
                <a:gd name="connsiteY10" fmla="*/ 27850 h 172768"/>
                <a:gd name="connsiteX11" fmla="*/ 0 w 94555"/>
                <a:gd name="connsiteY11" fmla="*/ 64260 h 172768"/>
                <a:gd name="connsiteX12" fmla="*/ 2390 w 94555"/>
                <a:gd name="connsiteY12" fmla="*/ 66650 h 172768"/>
                <a:gd name="connsiteX13" fmla="*/ 22291 w 94555"/>
                <a:gd name="connsiteY13" fmla="*/ 66650 h 172768"/>
                <a:gd name="connsiteX14" fmla="*/ 24181 w 94555"/>
                <a:gd name="connsiteY14" fmla="*/ 68540 h 172768"/>
                <a:gd name="connsiteX15" fmla="*/ 24181 w 94555"/>
                <a:gd name="connsiteY15" fmla="*/ 170378 h 172768"/>
                <a:gd name="connsiteX16" fmla="*/ 26571 w 94555"/>
                <a:gd name="connsiteY16" fmla="*/ 172768 h 172768"/>
                <a:gd name="connsiteX17" fmla="*/ 67984 w 94555"/>
                <a:gd name="connsiteY17" fmla="*/ 172768 h 172768"/>
                <a:gd name="connsiteX18" fmla="*/ 70375 w 94555"/>
                <a:gd name="connsiteY18" fmla="*/ 170378 h 172768"/>
                <a:gd name="connsiteX19" fmla="*/ 70375 w 94555"/>
                <a:gd name="connsiteY19" fmla="*/ 68596 h 172768"/>
                <a:gd name="connsiteX20" fmla="*/ 72265 w 94555"/>
                <a:gd name="connsiteY20" fmla="*/ 66706 h 172768"/>
                <a:gd name="connsiteX21" fmla="*/ 92165 w 94555"/>
                <a:gd name="connsiteY21" fmla="*/ 66706 h 172768"/>
                <a:gd name="connsiteX22" fmla="*/ 94556 w 94555"/>
                <a:gd name="connsiteY22" fmla="*/ 64316 h 172768"/>
                <a:gd name="connsiteX23" fmla="*/ 94556 w 94555"/>
                <a:gd name="connsiteY23" fmla="*/ 27905 h 172768"/>
                <a:gd name="connsiteX24" fmla="*/ 92165 w 94555"/>
                <a:gd name="connsiteY24" fmla="*/ 25515 h 17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555" h="172768">
                  <a:moveTo>
                    <a:pt x="92165" y="25459"/>
                  </a:moveTo>
                  <a:lnTo>
                    <a:pt x="72265" y="25459"/>
                  </a:lnTo>
                  <a:cubicBezTo>
                    <a:pt x="71209" y="25459"/>
                    <a:pt x="70375" y="24626"/>
                    <a:pt x="70375" y="23569"/>
                  </a:cubicBezTo>
                  <a:lnTo>
                    <a:pt x="70375" y="2390"/>
                  </a:lnTo>
                  <a:cubicBezTo>
                    <a:pt x="70375" y="1056"/>
                    <a:pt x="69319" y="0"/>
                    <a:pt x="67984" y="0"/>
                  </a:cubicBezTo>
                  <a:lnTo>
                    <a:pt x="26571" y="0"/>
                  </a:lnTo>
                  <a:cubicBezTo>
                    <a:pt x="25237" y="0"/>
                    <a:pt x="24181" y="1056"/>
                    <a:pt x="24181" y="2390"/>
                  </a:cubicBezTo>
                  <a:lnTo>
                    <a:pt x="24181" y="23569"/>
                  </a:lnTo>
                  <a:cubicBezTo>
                    <a:pt x="24181" y="24626"/>
                    <a:pt x="23347" y="25459"/>
                    <a:pt x="22291" y="25459"/>
                  </a:cubicBezTo>
                  <a:lnTo>
                    <a:pt x="2390" y="25459"/>
                  </a:lnTo>
                  <a:cubicBezTo>
                    <a:pt x="1056" y="25459"/>
                    <a:pt x="0" y="26516"/>
                    <a:pt x="0" y="27850"/>
                  </a:cubicBezTo>
                  <a:lnTo>
                    <a:pt x="0" y="64260"/>
                  </a:lnTo>
                  <a:cubicBezTo>
                    <a:pt x="0" y="65594"/>
                    <a:pt x="1056" y="66650"/>
                    <a:pt x="2390" y="66650"/>
                  </a:cubicBezTo>
                  <a:lnTo>
                    <a:pt x="22291" y="66650"/>
                  </a:lnTo>
                  <a:cubicBezTo>
                    <a:pt x="23347" y="66650"/>
                    <a:pt x="24181" y="67484"/>
                    <a:pt x="24181" y="68540"/>
                  </a:cubicBezTo>
                  <a:lnTo>
                    <a:pt x="24181" y="170378"/>
                  </a:lnTo>
                  <a:cubicBezTo>
                    <a:pt x="24181" y="171712"/>
                    <a:pt x="25237" y="172768"/>
                    <a:pt x="26571" y="172768"/>
                  </a:cubicBezTo>
                  <a:lnTo>
                    <a:pt x="67984" y="172768"/>
                  </a:lnTo>
                  <a:cubicBezTo>
                    <a:pt x="69319" y="172768"/>
                    <a:pt x="70375" y="171712"/>
                    <a:pt x="70375" y="170378"/>
                  </a:cubicBezTo>
                  <a:lnTo>
                    <a:pt x="70375" y="68596"/>
                  </a:lnTo>
                  <a:cubicBezTo>
                    <a:pt x="70375" y="67540"/>
                    <a:pt x="71209" y="66706"/>
                    <a:pt x="72265" y="66706"/>
                  </a:cubicBezTo>
                  <a:lnTo>
                    <a:pt x="92165" y="66706"/>
                  </a:lnTo>
                  <a:cubicBezTo>
                    <a:pt x="93499" y="66706"/>
                    <a:pt x="94556" y="65650"/>
                    <a:pt x="94556" y="64316"/>
                  </a:cubicBezTo>
                  <a:lnTo>
                    <a:pt x="94556" y="27905"/>
                  </a:lnTo>
                  <a:cubicBezTo>
                    <a:pt x="94556" y="26571"/>
                    <a:pt x="93499" y="25515"/>
                    <a:pt x="92165" y="255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D1005EDF-9BB2-B00C-46FB-31BED787115E}"/>
                </a:ext>
              </a:extLst>
            </p:cNvPr>
            <p:cNvSpPr/>
            <p:nvPr/>
          </p:nvSpPr>
          <p:spPr>
            <a:xfrm>
              <a:off x="986067" y="4808025"/>
              <a:ext cx="150322" cy="147030"/>
            </a:xfrm>
            <a:custGeom>
              <a:avLst/>
              <a:gdLst>
                <a:gd name="connsiteX0" fmla="*/ 109243 w 150322"/>
                <a:gd name="connsiteY0" fmla="*/ 2390 h 147030"/>
                <a:gd name="connsiteX1" fmla="*/ 109243 w 150322"/>
                <a:gd name="connsiteY1" fmla="*/ 9506 h 147030"/>
                <a:gd name="connsiteX2" fmla="*/ 66773 w 150322"/>
                <a:gd name="connsiteY2" fmla="*/ 500 h 147030"/>
                <a:gd name="connsiteX3" fmla="*/ 178 w 150322"/>
                <a:gd name="connsiteY3" fmla="*/ 68429 h 147030"/>
                <a:gd name="connsiteX4" fmla="*/ 73444 w 150322"/>
                <a:gd name="connsiteY4" fmla="*/ 147031 h 147030"/>
                <a:gd name="connsiteX5" fmla="*/ 109243 w 150322"/>
                <a:gd name="connsiteY5" fmla="*/ 137748 h 147030"/>
                <a:gd name="connsiteX6" fmla="*/ 109243 w 150322"/>
                <a:gd name="connsiteY6" fmla="*/ 144641 h 147030"/>
                <a:gd name="connsiteX7" fmla="*/ 111633 w 150322"/>
                <a:gd name="connsiteY7" fmla="*/ 147031 h 147030"/>
                <a:gd name="connsiteX8" fmla="*/ 147932 w 150322"/>
                <a:gd name="connsiteY8" fmla="*/ 147031 h 147030"/>
                <a:gd name="connsiteX9" fmla="*/ 150322 w 150322"/>
                <a:gd name="connsiteY9" fmla="*/ 144641 h 147030"/>
                <a:gd name="connsiteX10" fmla="*/ 150322 w 150322"/>
                <a:gd name="connsiteY10" fmla="*/ 2390 h 147030"/>
                <a:gd name="connsiteX11" fmla="*/ 147932 w 150322"/>
                <a:gd name="connsiteY11" fmla="*/ 0 h 147030"/>
                <a:gd name="connsiteX12" fmla="*/ 111633 w 150322"/>
                <a:gd name="connsiteY12" fmla="*/ 0 h 147030"/>
                <a:gd name="connsiteX13" fmla="*/ 109243 w 150322"/>
                <a:gd name="connsiteY13" fmla="*/ 2390 h 147030"/>
                <a:gd name="connsiteX14" fmla="*/ 76724 w 150322"/>
                <a:gd name="connsiteY14" fmla="*/ 105673 h 147030"/>
                <a:gd name="connsiteX15" fmla="*/ 41369 w 150322"/>
                <a:gd name="connsiteY15" fmla="*/ 70319 h 147030"/>
                <a:gd name="connsiteX16" fmla="*/ 70109 w 150322"/>
                <a:gd name="connsiteY16" fmla="*/ 41580 h 147030"/>
                <a:gd name="connsiteX17" fmla="*/ 105463 w 150322"/>
                <a:gd name="connsiteY17" fmla="*/ 76879 h 147030"/>
                <a:gd name="connsiteX18" fmla="*/ 76724 w 150322"/>
                <a:gd name="connsiteY18" fmla="*/ 105673 h 14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322" h="147030">
                  <a:moveTo>
                    <a:pt x="109243" y="2390"/>
                  </a:moveTo>
                  <a:lnTo>
                    <a:pt x="109243" y="9506"/>
                  </a:lnTo>
                  <a:cubicBezTo>
                    <a:pt x="96846" y="2613"/>
                    <a:pt x="82227" y="-889"/>
                    <a:pt x="66773" y="500"/>
                  </a:cubicBezTo>
                  <a:cubicBezTo>
                    <a:pt x="31141" y="3669"/>
                    <a:pt x="2624" y="32741"/>
                    <a:pt x="178" y="68429"/>
                  </a:cubicBezTo>
                  <a:cubicBezTo>
                    <a:pt x="-2768" y="111343"/>
                    <a:pt x="31141" y="147031"/>
                    <a:pt x="73444" y="147031"/>
                  </a:cubicBezTo>
                  <a:cubicBezTo>
                    <a:pt x="86451" y="147031"/>
                    <a:pt x="98625" y="143640"/>
                    <a:pt x="109243" y="137748"/>
                  </a:cubicBezTo>
                  <a:lnTo>
                    <a:pt x="109243" y="144641"/>
                  </a:lnTo>
                  <a:cubicBezTo>
                    <a:pt x="109243" y="145975"/>
                    <a:pt x="110299" y="147031"/>
                    <a:pt x="111633" y="147031"/>
                  </a:cubicBezTo>
                  <a:lnTo>
                    <a:pt x="147932" y="147031"/>
                  </a:lnTo>
                  <a:cubicBezTo>
                    <a:pt x="149266" y="147031"/>
                    <a:pt x="150322" y="145975"/>
                    <a:pt x="150322" y="144641"/>
                  </a:cubicBezTo>
                  <a:lnTo>
                    <a:pt x="150322" y="2390"/>
                  </a:lnTo>
                  <a:cubicBezTo>
                    <a:pt x="150322" y="1056"/>
                    <a:pt x="149266" y="0"/>
                    <a:pt x="147932" y="0"/>
                  </a:cubicBezTo>
                  <a:lnTo>
                    <a:pt x="111633" y="0"/>
                  </a:lnTo>
                  <a:cubicBezTo>
                    <a:pt x="110299" y="0"/>
                    <a:pt x="109243" y="1056"/>
                    <a:pt x="109243" y="2390"/>
                  </a:cubicBezTo>
                  <a:close/>
                  <a:moveTo>
                    <a:pt x="76724" y="105673"/>
                  </a:moveTo>
                  <a:cubicBezTo>
                    <a:pt x="56378" y="107730"/>
                    <a:pt x="39368" y="90720"/>
                    <a:pt x="41369" y="70319"/>
                  </a:cubicBezTo>
                  <a:cubicBezTo>
                    <a:pt x="42870" y="55255"/>
                    <a:pt x="55044" y="43081"/>
                    <a:pt x="70109" y="41580"/>
                  </a:cubicBezTo>
                  <a:cubicBezTo>
                    <a:pt x="90454" y="39523"/>
                    <a:pt x="107464" y="56533"/>
                    <a:pt x="105463" y="76879"/>
                  </a:cubicBezTo>
                  <a:cubicBezTo>
                    <a:pt x="103962" y="91943"/>
                    <a:pt x="91788" y="104172"/>
                    <a:pt x="76724" y="10567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D076D30F-9855-7D60-D9B2-6D8F46752D74}"/>
                </a:ext>
              </a:extLst>
            </p:cNvPr>
            <p:cNvSpPr/>
            <p:nvPr/>
          </p:nvSpPr>
          <p:spPr>
            <a:xfrm>
              <a:off x="1150231" y="4807969"/>
              <a:ext cx="104061" cy="147086"/>
            </a:xfrm>
            <a:custGeom>
              <a:avLst/>
              <a:gdLst>
                <a:gd name="connsiteX0" fmla="*/ 73321 w 104061"/>
                <a:gd name="connsiteY0" fmla="*/ 167 h 147086"/>
                <a:gd name="connsiteX1" fmla="*/ 41080 w 104061"/>
                <a:gd name="connsiteY1" fmla="*/ 7616 h 147086"/>
                <a:gd name="connsiteX2" fmla="*/ 41080 w 104061"/>
                <a:gd name="connsiteY2" fmla="*/ 2390 h 147086"/>
                <a:gd name="connsiteX3" fmla="*/ 38689 w 104061"/>
                <a:gd name="connsiteY3" fmla="*/ 0 h 147086"/>
                <a:gd name="connsiteX4" fmla="*/ 2390 w 104061"/>
                <a:gd name="connsiteY4" fmla="*/ 0 h 147086"/>
                <a:gd name="connsiteX5" fmla="*/ 0 w 104061"/>
                <a:gd name="connsiteY5" fmla="*/ 2390 h 147086"/>
                <a:gd name="connsiteX6" fmla="*/ 0 w 104061"/>
                <a:gd name="connsiteY6" fmla="*/ 144696 h 147086"/>
                <a:gd name="connsiteX7" fmla="*/ 2390 w 104061"/>
                <a:gd name="connsiteY7" fmla="*/ 147086 h 147086"/>
                <a:gd name="connsiteX8" fmla="*/ 38689 w 104061"/>
                <a:gd name="connsiteY8" fmla="*/ 147086 h 147086"/>
                <a:gd name="connsiteX9" fmla="*/ 41080 w 104061"/>
                <a:gd name="connsiteY9" fmla="*/ 144696 h 147086"/>
                <a:gd name="connsiteX10" fmla="*/ 41080 w 104061"/>
                <a:gd name="connsiteY10" fmla="*/ 65427 h 147086"/>
                <a:gd name="connsiteX11" fmla="*/ 85884 w 104061"/>
                <a:gd name="connsiteY11" fmla="*/ 43915 h 147086"/>
                <a:gd name="connsiteX12" fmla="*/ 104061 w 104061"/>
                <a:gd name="connsiteY12" fmla="*/ 6837 h 147086"/>
                <a:gd name="connsiteX13" fmla="*/ 73376 w 104061"/>
                <a:gd name="connsiteY13" fmla="*/ 167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061" h="147086">
                  <a:moveTo>
                    <a:pt x="73321" y="167"/>
                  </a:moveTo>
                  <a:cubicBezTo>
                    <a:pt x="61759" y="167"/>
                    <a:pt x="50808" y="2835"/>
                    <a:pt x="41080" y="7616"/>
                  </a:cubicBezTo>
                  <a:lnTo>
                    <a:pt x="41080" y="2390"/>
                  </a:lnTo>
                  <a:cubicBezTo>
                    <a:pt x="41080" y="1056"/>
                    <a:pt x="40024" y="0"/>
                    <a:pt x="38689" y="0"/>
                  </a:cubicBezTo>
                  <a:lnTo>
                    <a:pt x="2390" y="0"/>
                  </a:lnTo>
                  <a:cubicBezTo>
                    <a:pt x="1056" y="0"/>
                    <a:pt x="0" y="1056"/>
                    <a:pt x="0" y="2390"/>
                  </a:cubicBezTo>
                  <a:lnTo>
                    <a:pt x="0" y="144696"/>
                  </a:lnTo>
                  <a:cubicBezTo>
                    <a:pt x="0" y="146030"/>
                    <a:pt x="1056" y="147086"/>
                    <a:pt x="2390" y="147086"/>
                  </a:cubicBezTo>
                  <a:lnTo>
                    <a:pt x="38689" y="147086"/>
                  </a:lnTo>
                  <a:cubicBezTo>
                    <a:pt x="40024" y="147086"/>
                    <a:pt x="41080" y="146030"/>
                    <a:pt x="41080" y="144696"/>
                  </a:cubicBezTo>
                  <a:lnTo>
                    <a:pt x="41080" y="65427"/>
                  </a:lnTo>
                  <a:cubicBezTo>
                    <a:pt x="41135" y="47639"/>
                    <a:pt x="60313" y="36021"/>
                    <a:pt x="85884" y="43915"/>
                  </a:cubicBezTo>
                  <a:lnTo>
                    <a:pt x="104061" y="6837"/>
                  </a:lnTo>
                  <a:cubicBezTo>
                    <a:pt x="94722" y="2557"/>
                    <a:pt x="84327" y="167"/>
                    <a:pt x="73376" y="1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E2BDE920-FA5F-9880-2F43-4C8D8D90BC65}"/>
                </a:ext>
              </a:extLst>
            </p:cNvPr>
            <p:cNvSpPr/>
            <p:nvPr/>
          </p:nvSpPr>
          <p:spPr>
            <a:xfrm>
              <a:off x="330583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436E3EAC-A630-BF9B-787C-FC168B48E0E6}"/>
                </a:ext>
              </a:extLst>
            </p:cNvPr>
            <p:cNvSpPr/>
            <p:nvPr/>
          </p:nvSpPr>
          <p:spPr>
            <a:xfrm>
              <a:off x="609375" y="4808260"/>
              <a:ext cx="146717" cy="146727"/>
            </a:xfrm>
            <a:custGeom>
              <a:avLst/>
              <a:gdLst>
                <a:gd name="connsiteX0" fmla="*/ 77195 w 146717"/>
                <a:gd name="connsiteY0" fmla="*/ 98 h 146727"/>
                <a:gd name="connsiteX1" fmla="*/ 94 w 146717"/>
                <a:gd name="connsiteY1" fmla="*/ 77199 h 146727"/>
                <a:gd name="connsiteX2" fmla="*/ 69523 w 146717"/>
                <a:gd name="connsiteY2" fmla="*/ 146629 h 146727"/>
                <a:gd name="connsiteX3" fmla="*/ 146624 w 146717"/>
                <a:gd name="connsiteY3" fmla="*/ 69528 h 146727"/>
                <a:gd name="connsiteX4" fmla="*/ 77195 w 146717"/>
                <a:gd name="connsiteY4" fmla="*/ 98 h 146727"/>
                <a:gd name="connsiteX5" fmla="*/ 77306 w 146717"/>
                <a:gd name="connsiteY5" fmla="*/ 105716 h 146727"/>
                <a:gd name="connsiteX6" fmla="*/ 41952 w 146717"/>
                <a:gd name="connsiteY6" fmla="*/ 70362 h 146727"/>
                <a:gd name="connsiteX7" fmla="*/ 70746 w 146717"/>
                <a:gd name="connsiteY7" fmla="*/ 41567 h 146727"/>
                <a:gd name="connsiteX8" fmla="*/ 106100 w 146717"/>
                <a:gd name="connsiteY8" fmla="*/ 76921 h 146727"/>
                <a:gd name="connsiteX9" fmla="*/ 77306 w 146717"/>
                <a:gd name="connsiteY9" fmla="*/ 105716 h 14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717" h="146727">
                  <a:moveTo>
                    <a:pt x="77195" y="98"/>
                  </a:moveTo>
                  <a:cubicBezTo>
                    <a:pt x="33669" y="-2125"/>
                    <a:pt x="-2074" y="33674"/>
                    <a:pt x="94" y="77199"/>
                  </a:cubicBezTo>
                  <a:cubicBezTo>
                    <a:pt x="1984" y="114499"/>
                    <a:pt x="32279" y="144739"/>
                    <a:pt x="69523" y="146629"/>
                  </a:cubicBezTo>
                  <a:cubicBezTo>
                    <a:pt x="113049" y="148852"/>
                    <a:pt x="148792" y="113054"/>
                    <a:pt x="146624" y="69528"/>
                  </a:cubicBezTo>
                  <a:cubicBezTo>
                    <a:pt x="144734" y="32228"/>
                    <a:pt x="114439" y="1988"/>
                    <a:pt x="77195" y="98"/>
                  </a:cubicBezTo>
                  <a:close/>
                  <a:moveTo>
                    <a:pt x="77306" y="105716"/>
                  </a:moveTo>
                  <a:cubicBezTo>
                    <a:pt x="56905" y="107717"/>
                    <a:pt x="39950" y="90763"/>
                    <a:pt x="41952" y="70362"/>
                  </a:cubicBezTo>
                  <a:cubicBezTo>
                    <a:pt x="43453" y="55297"/>
                    <a:pt x="55626" y="43068"/>
                    <a:pt x="70746" y="41567"/>
                  </a:cubicBezTo>
                  <a:cubicBezTo>
                    <a:pt x="91147" y="39566"/>
                    <a:pt x="108102" y="56520"/>
                    <a:pt x="106100" y="76921"/>
                  </a:cubicBezTo>
                  <a:cubicBezTo>
                    <a:pt x="104600" y="91986"/>
                    <a:pt x="92426" y="104215"/>
                    <a:pt x="77306" y="10571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1176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6AEA8C3C-A036-4B77-B8CD-09625A8ED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050" y="1676400"/>
            <a:ext cx="5679255" cy="1790700"/>
          </a:xfrm>
        </p:spPr>
        <p:txBody>
          <a:bodyPr anchor="ctr">
            <a:normAutofit/>
          </a:bodyPr>
          <a:lstStyle>
            <a:lvl1pPr algn="l">
              <a:defRPr sz="2800" b="1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45E3C85-4891-1A25-EE4F-82200A8EDEF0}"/>
              </a:ext>
            </a:extLst>
          </p:cNvPr>
          <p:cNvSpPr/>
          <p:nvPr userDrawn="1"/>
        </p:nvSpPr>
        <p:spPr>
          <a:xfrm>
            <a:off x="8588710" y="4882300"/>
            <a:ext cx="555290" cy="1388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A47F723-4F80-88E0-2119-3C04C7EAC449}"/>
              </a:ext>
            </a:extLst>
          </p:cNvPr>
          <p:cNvSpPr txBox="1"/>
          <p:nvPr userDrawn="1"/>
        </p:nvSpPr>
        <p:spPr>
          <a:xfrm>
            <a:off x="8723945" y="4843722"/>
            <a:ext cx="318579" cy="2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0B6C38F-0A5C-0698-1F8D-56E44F2A3BDE}"/>
              </a:ext>
            </a:extLst>
          </p:cNvPr>
          <p:cNvSpPr txBox="1"/>
          <p:nvPr userDrawn="1"/>
        </p:nvSpPr>
        <p:spPr>
          <a:xfrm>
            <a:off x="5885689" y="4882300"/>
            <a:ext cx="2703022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bg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[ Confidential ]   [ Security P ]   © </a:t>
            </a:r>
            <a:fld id="{507DB48C-140F-478A-84DB-5E1F8C46EB30}" type="datetimeyyyy">
              <a:rPr lang="en-US" altLang="zh-TW" sz="450" kern="1200" smtClean="0">
                <a:solidFill>
                  <a:schemeClr val="bg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pPr marL="0" marR="0" lvl="0" indent="0" algn="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r>
              <a:rPr lang="en-US" altLang="zh-TW" sz="450" kern="1200" dirty="0">
                <a:solidFill>
                  <a:schemeClr val="bg1"/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Ennostar Inc. &amp; Ennostar Corp. All Rights Reserved.</a:t>
            </a:r>
            <a:endParaRPr lang="zh-TW" altLang="en-US" sz="450" kern="1200" dirty="0">
              <a:solidFill>
                <a:schemeClr val="bg1"/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D9C98EE-AF7C-4FEC-AA1F-F8827082159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68308" y="221170"/>
            <a:ext cx="731520" cy="127950"/>
            <a:chOff x="189000" y="4768780"/>
            <a:chExt cx="1065292" cy="186331"/>
          </a:xfrm>
          <a:solidFill>
            <a:schemeClr val="bg1"/>
          </a:solidFill>
        </p:grpSpPr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0EA36068-B592-77AC-CDCC-1EBDC6E4F295}"/>
                </a:ext>
              </a:extLst>
            </p:cNvPr>
            <p:cNvSpPr/>
            <p:nvPr/>
          </p:nvSpPr>
          <p:spPr>
            <a:xfrm>
              <a:off x="761892" y="4807135"/>
              <a:ext cx="125017" cy="147642"/>
            </a:xfrm>
            <a:custGeom>
              <a:avLst/>
              <a:gdLst>
                <a:gd name="connsiteX0" fmla="*/ 72709 w 125017"/>
                <a:gd name="connsiteY0" fmla="*/ 57089 h 147642"/>
                <a:gd name="connsiteX1" fmla="*/ 49307 w 125017"/>
                <a:gd name="connsiteY1" fmla="*/ 50141 h 147642"/>
                <a:gd name="connsiteX2" fmla="*/ 43692 w 125017"/>
                <a:gd name="connsiteY2" fmla="*/ 42080 h 147642"/>
                <a:gd name="connsiteX3" fmla="*/ 48195 w 125017"/>
                <a:gd name="connsiteY3" fmla="*/ 33575 h 147642"/>
                <a:gd name="connsiteX4" fmla="*/ 59813 w 125017"/>
                <a:gd name="connsiteY4" fmla="*/ 30296 h 147642"/>
                <a:gd name="connsiteX5" fmla="*/ 70764 w 125017"/>
                <a:gd name="connsiteY5" fmla="*/ 33242 h 147642"/>
                <a:gd name="connsiteX6" fmla="*/ 76545 w 125017"/>
                <a:gd name="connsiteY6" fmla="*/ 42025 h 147642"/>
                <a:gd name="connsiteX7" fmla="*/ 117069 w 125017"/>
                <a:gd name="connsiteY7" fmla="*/ 42025 h 147642"/>
                <a:gd name="connsiteX8" fmla="*/ 99614 w 125017"/>
                <a:gd name="connsiteY8" fmla="*/ 12063 h 147642"/>
                <a:gd name="connsiteX9" fmla="*/ 61036 w 125017"/>
                <a:gd name="connsiteY9" fmla="*/ 0 h 147642"/>
                <a:gd name="connsiteX10" fmla="*/ 18956 w 125017"/>
                <a:gd name="connsiteY10" fmla="*/ 12174 h 147642"/>
                <a:gd name="connsiteX11" fmla="*/ 2557 w 125017"/>
                <a:gd name="connsiteY11" fmla="*/ 43581 h 147642"/>
                <a:gd name="connsiteX12" fmla="*/ 16676 w 125017"/>
                <a:gd name="connsiteY12" fmla="*/ 69652 h 147642"/>
                <a:gd name="connsiteX13" fmla="*/ 57867 w 125017"/>
                <a:gd name="connsiteY13" fmla="*/ 86718 h 147642"/>
                <a:gd name="connsiteX14" fmla="*/ 77156 w 125017"/>
                <a:gd name="connsiteY14" fmla="*/ 93777 h 147642"/>
                <a:gd name="connsiteX15" fmla="*/ 83938 w 125017"/>
                <a:gd name="connsiteY15" fmla="*/ 103783 h 147642"/>
                <a:gd name="connsiteX16" fmla="*/ 78491 w 125017"/>
                <a:gd name="connsiteY16" fmla="*/ 113511 h 147642"/>
                <a:gd name="connsiteX17" fmla="*/ 64538 w 125017"/>
                <a:gd name="connsiteY17" fmla="*/ 117291 h 147642"/>
                <a:gd name="connsiteX18" fmla="*/ 49974 w 125017"/>
                <a:gd name="connsiteY18" fmla="*/ 112733 h 147642"/>
                <a:gd name="connsiteX19" fmla="*/ 42525 w 125017"/>
                <a:gd name="connsiteY19" fmla="*/ 99392 h 147642"/>
                <a:gd name="connsiteX20" fmla="*/ 0 w 125017"/>
                <a:gd name="connsiteY20" fmla="*/ 99392 h 147642"/>
                <a:gd name="connsiteX21" fmla="*/ 18900 w 125017"/>
                <a:gd name="connsiteY21" fmla="*/ 134301 h 147642"/>
                <a:gd name="connsiteX22" fmla="*/ 63815 w 125017"/>
                <a:gd name="connsiteY22" fmla="*/ 147642 h 147642"/>
                <a:gd name="connsiteX23" fmla="*/ 107841 w 125017"/>
                <a:gd name="connsiteY23" fmla="*/ 134412 h 147642"/>
                <a:gd name="connsiteX24" fmla="*/ 125018 w 125017"/>
                <a:gd name="connsiteY24" fmla="*/ 100392 h 147642"/>
                <a:gd name="connsiteX25" fmla="*/ 111677 w 125017"/>
                <a:gd name="connsiteY25" fmla="*/ 73821 h 147642"/>
                <a:gd name="connsiteX26" fmla="*/ 72821 w 125017"/>
                <a:gd name="connsiteY26" fmla="*/ 57145 h 147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5017" h="147642">
                  <a:moveTo>
                    <a:pt x="72709" y="57089"/>
                  </a:moveTo>
                  <a:cubicBezTo>
                    <a:pt x="62092" y="54476"/>
                    <a:pt x="53031" y="52197"/>
                    <a:pt x="49307" y="50141"/>
                  </a:cubicBezTo>
                  <a:cubicBezTo>
                    <a:pt x="45582" y="48139"/>
                    <a:pt x="43692" y="45416"/>
                    <a:pt x="43692" y="42080"/>
                  </a:cubicBezTo>
                  <a:cubicBezTo>
                    <a:pt x="43692" y="38745"/>
                    <a:pt x="45193" y="35743"/>
                    <a:pt x="48195" y="33575"/>
                  </a:cubicBezTo>
                  <a:cubicBezTo>
                    <a:pt x="51197" y="31407"/>
                    <a:pt x="55088" y="30296"/>
                    <a:pt x="59813" y="30296"/>
                  </a:cubicBezTo>
                  <a:cubicBezTo>
                    <a:pt x="64260" y="30296"/>
                    <a:pt x="67929" y="31296"/>
                    <a:pt x="70764" y="33242"/>
                  </a:cubicBezTo>
                  <a:cubicBezTo>
                    <a:pt x="73599" y="35187"/>
                    <a:pt x="75544" y="38134"/>
                    <a:pt x="76545" y="42025"/>
                  </a:cubicBezTo>
                  <a:lnTo>
                    <a:pt x="117069" y="42025"/>
                  </a:lnTo>
                  <a:cubicBezTo>
                    <a:pt x="116179" y="30073"/>
                    <a:pt x="110343" y="20123"/>
                    <a:pt x="99614" y="12063"/>
                  </a:cubicBezTo>
                  <a:cubicBezTo>
                    <a:pt x="88886" y="4002"/>
                    <a:pt x="75989" y="0"/>
                    <a:pt x="61036" y="0"/>
                  </a:cubicBezTo>
                  <a:cubicBezTo>
                    <a:pt x="43915" y="0"/>
                    <a:pt x="29906" y="4058"/>
                    <a:pt x="18956" y="12174"/>
                  </a:cubicBezTo>
                  <a:cubicBezTo>
                    <a:pt x="8005" y="20290"/>
                    <a:pt x="2557" y="30740"/>
                    <a:pt x="2557" y="43581"/>
                  </a:cubicBezTo>
                  <a:cubicBezTo>
                    <a:pt x="2557" y="54365"/>
                    <a:pt x="8505" y="63037"/>
                    <a:pt x="16676" y="69652"/>
                  </a:cubicBezTo>
                  <a:cubicBezTo>
                    <a:pt x="24959" y="76323"/>
                    <a:pt x="38689" y="81993"/>
                    <a:pt x="57867" y="86718"/>
                  </a:cubicBezTo>
                  <a:cubicBezTo>
                    <a:pt x="67373" y="89052"/>
                    <a:pt x="73821" y="91443"/>
                    <a:pt x="77156" y="93777"/>
                  </a:cubicBezTo>
                  <a:cubicBezTo>
                    <a:pt x="80436" y="96112"/>
                    <a:pt x="83938" y="99447"/>
                    <a:pt x="83938" y="103783"/>
                  </a:cubicBezTo>
                  <a:cubicBezTo>
                    <a:pt x="83938" y="107786"/>
                    <a:pt x="82104" y="111010"/>
                    <a:pt x="78491" y="113511"/>
                  </a:cubicBezTo>
                  <a:cubicBezTo>
                    <a:pt x="74822" y="116013"/>
                    <a:pt x="70208" y="117291"/>
                    <a:pt x="64538" y="117291"/>
                  </a:cubicBezTo>
                  <a:cubicBezTo>
                    <a:pt x="58590" y="117291"/>
                    <a:pt x="53698" y="115790"/>
                    <a:pt x="49974" y="112733"/>
                  </a:cubicBezTo>
                  <a:cubicBezTo>
                    <a:pt x="46249" y="109676"/>
                    <a:pt x="43748" y="105229"/>
                    <a:pt x="42525" y="99392"/>
                  </a:cubicBezTo>
                  <a:lnTo>
                    <a:pt x="0" y="99392"/>
                  </a:lnTo>
                  <a:cubicBezTo>
                    <a:pt x="834" y="113734"/>
                    <a:pt x="7115" y="125407"/>
                    <a:pt x="18900" y="134301"/>
                  </a:cubicBezTo>
                  <a:cubicBezTo>
                    <a:pt x="30685" y="143195"/>
                    <a:pt x="45638" y="147642"/>
                    <a:pt x="63815" y="147642"/>
                  </a:cubicBezTo>
                  <a:cubicBezTo>
                    <a:pt x="81993" y="147642"/>
                    <a:pt x="96446" y="143251"/>
                    <a:pt x="107841" y="134412"/>
                  </a:cubicBezTo>
                  <a:cubicBezTo>
                    <a:pt x="119292" y="125629"/>
                    <a:pt x="125018" y="114234"/>
                    <a:pt x="125018" y="100392"/>
                  </a:cubicBezTo>
                  <a:cubicBezTo>
                    <a:pt x="125018" y="89330"/>
                    <a:pt x="119348" y="80492"/>
                    <a:pt x="111677" y="73821"/>
                  </a:cubicBezTo>
                  <a:cubicBezTo>
                    <a:pt x="103894" y="67151"/>
                    <a:pt x="90942" y="61592"/>
                    <a:pt x="72821" y="5714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5D33458A-8375-FDE9-E878-C1BE270A095A}"/>
                </a:ext>
              </a:extLst>
            </p:cNvPr>
            <p:cNvSpPr/>
            <p:nvPr/>
          </p:nvSpPr>
          <p:spPr>
            <a:xfrm>
              <a:off x="189000" y="4768780"/>
              <a:ext cx="127797" cy="186276"/>
            </a:xfrm>
            <a:custGeom>
              <a:avLst/>
              <a:gdLst>
                <a:gd name="connsiteX0" fmla="*/ 0 w 127797"/>
                <a:gd name="connsiteY0" fmla="*/ 183941 h 186276"/>
                <a:gd name="connsiteX1" fmla="*/ 0 w 127797"/>
                <a:gd name="connsiteY1" fmla="*/ 2390 h 186276"/>
                <a:gd name="connsiteX2" fmla="*/ 2390 w 127797"/>
                <a:gd name="connsiteY2" fmla="*/ 0 h 186276"/>
                <a:gd name="connsiteX3" fmla="*/ 125407 w 127797"/>
                <a:gd name="connsiteY3" fmla="*/ 0 h 186276"/>
                <a:gd name="connsiteX4" fmla="*/ 127797 w 127797"/>
                <a:gd name="connsiteY4" fmla="*/ 2390 h 186276"/>
                <a:gd name="connsiteX5" fmla="*/ 127797 w 127797"/>
                <a:gd name="connsiteY5" fmla="*/ 36410 h 186276"/>
                <a:gd name="connsiteX6" fmla="*/ 125407 w 127797"/>
                <a:gd name="connsiteY6" fmla="*/ 38801 h 186276"/>
                <a:gd name="connsiteX7" fmla="*/ 48139 w 127797"/>
                <a:gd name="connsiteY7" fmla="*/ 38801 h 186276"/>
                <a:gd name="connsiteX8" fmla="*/ 45749 w 127797"/>
                <a:gd name="connsiteY8" fmla="*/ 41191 h 186276"/>
                <a:gd name="connsiteX9" fmla="*/ 45749 w 127797"/>
                <a:gd name="connsiteY9" fmla="*/ 66761 h 186276"/>
                <a:gd name="connsiteX10" fmla="*/ 48139 w 127797"/>
                <a:gd name="connsiteY10" fmla="*/ 69152 h 186276"/>
                <a:gd name="connsiteX11" fmla="*/ 125407 w 127797"/>
                <a:gd name="connsiteY11" fmla="*/ 69152 h 186276"/>
                <a:gd name="connsiteX12" fmla="*/ 127797 w 127797"/>
                <a:gd name="connsiteY12" fmla="*/ 71542 h 186276"/>
                <a:gd name="connsiteX13" fmla="*/ 127797 w 127797"/>
                <a:gd name="connsiteY13" fmla="*/ 104673 h 186276"/>
                <a:gd name="connsiteX14" fmla="*/ 125407 w 127797"/>
                <a:gd name="connsiteY14" fmla="*/ 107063 h 186276"/>
                <a:gd name="connsiteX15" fmla="*/ 48139 w 127797"/>
                <a:gd name="connsiteY15" fmla="*/ 107063 h 186276"/>
                <a:gd name="connsiteX16" fmla="*/ 45749 w 127797"/>
                <a:gd name="connsiteY16" fmla="*/ 109453 h 186276"/>
                <a:gd name="connsiteX17" fmla="*/ 45749 w 127797"/>
                <a:gd name="connsiteY17" fmla="*/ 145196 h 186276"/>
                <a:gd name="connsiteX18" fmla="*/ 48139 w 127797"/>
                <a:gd name="connsiteY18" fmla="*/ 147587 h 186276"/>
                <a:gd name="connsiteX19" fmla="*/ 125407 w 127797"/>
                <a:gd name="connsiteY19" fmla="*/ 147587 h 186276"/>
                <a:gd name="connsiteX20" fmla="*/ 127797 w 127797"/>
                <a:gd name="connsiteY20" fmla="*/ 149977 h 186276"/>
                <a:gd name="connsiteX21" fmla="*/ 127797 w 127797"/>
                <a:gd name="connsiteY21" fmla="*/ 183886 h 186276"/>
                <a:gd name="connsiteX22" fmla="*/ 125407 w 127797"/>
                <a:gd name="connsiteY22" fmla="*/ 186276 h 186276"/>
                <a:gd name="connsiteX23" fmla="*/ 2390 w 127797"/>
                <a:gd name="connsiteY23" fmla="*/ 186276 h 186276"/>
                <a:gd name="connsiteX24" fmla="*/ 0 w 127797"/>
                <a:gd name="connsiteY24" fmla="*/ 183886 h 186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7797" h="186276">
                  <a:moveTo>
                    <a:pt x="0" y="183941"/>
                  </a:moveTo>
                  <a:lnTo>
                    <a:pt x="0" y="2390"/>
                  </a:lnTo>
                  <a:cubicBezTo>
                    <a:pt x="0" y="1056"/>
                    <a:pt x="1056" y="0"/>
                    <a:pt x="2390" y="0"/>
                  </a:cubicBezTo>
                  <a:lnTo>
                    <a:pt x="125407" y="0"/>
                  </a:lnTo>
                  <a:cubicBezTo>
                    <a:pt x="126741" y="0"/>
                    <a:pt x="127797" y="1056"/>
                    <a:pt x="127797" y="2390"/>
                  </a:cubicBezTo>
                  <a:lnTo>
                    <a:pt x="127797" y="36410"/>
                  </a:lnTo>
                  <a:cubicBezTo>
                    <a:pt x="127797" y="37744"/>
                    <a:pt x="126741" y="38801"/>
                    <a:pt x="125407" y="38801"/>
                  </a:cubicBezTo>
                  <a:lnTo>
                    <a:pt x="48139" y="38801"/>
                  </a:lnTo>
                  <a:cubicBezTo>
                    <a:pt x="46805" y="38801"/>
                    <a:pt x="45749" y="39857"/>
                    <a:pt x="45749" y="41191"/>
                  </a:cubicBezTo>
                  <a:lnTo>
                    <a:pt x="45749" y="66761"/>
                  </a:lnTo>
                  <a:cubicBezTo>
                    <a:pt x="45749" y="68096"/>
                    <a:pt x="46805" y="69152"/>
                    <a:pt x="48139" y="69152"/>
                  </a:cubicBezTo>
                  <a:lnTo>
                    <a:pt x="125407" y="69152"/>
                  </a:lnTo>
                  <a:cubicBezTo>
                    <a:pt x="126741" y="69152"/>
                    <a:pt x="127797" y="70208"/>
                    <a:pt x="127797" y="71542"/>
                  </a:cubicBezTo>
                  <a:lnTo>
                    <a:pt x="127797" y="104673"/>
                  </a:lnTo>
                  <a:cubicBezTo>
                    <a:pt x="127797" y="106007"/>
                    <a:pt x="126741" y="107063"/>
                    <a:pt x="125407" y="107063"/>
                  </a:cubicBezTo>
                  <a:lnTo>
                    <a:pt x="48139" y="107063"/>
                  </a:lnTo>
                  <a:cubicBezTo>
                    <a:pt x="46805" y="107063"/>
                    <a:pt x="45749" y="108119"/>
                    <a:pt x="45749" y="109453"/>
                  </a:cubicBezTo>
                  <a:lnTo>
                    <a:pt x="45749" y="145196"/>
                  </a:lnTo>
                  <a:cubicBezTo>
                    <a:pt x="45749" y="146531"/>
                    <a:pt x="46805" y="147587"/>
                    <a:pt x="48139" y="147587"/>
                  </a:cubicBezTo>
                  <a:lnTo>
                    <a:pt x="125407" y="147587"/>
                  </a:lnTo>
                  <a:cubicBezTo>
                    <a:pt x="126741" y="147587"/>
                    <a:pt x="127797" y="148643"/>
                    <a:pt x="127797" y="149977"/>
                  </a:cubicBezTo>
                  <a:lnTo>
                    <a:pt x="127797" y="183886"/>
                  </a:lnTo>
                  <a:cubicBezTo>
                    <a:pt x="127797" y="185220"/>
                    <a:pt x="126741" y="186276"/>
                    <a:pt x="125407" y="186276"/>
                  </a:cubicBezTo>
                  <a:lnTo>
                    <a:pt x="2390" y="186276"/>
                  </a:lnTo>
                  <a:cubicBezTo>
                    <a:pt x="1056" y="186276"/>
                    <a:pt x="0" y="185220"/>
                    <a:pt x="0" y="1838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19ACBC42-2343-9B9C-6958-31944714EFED}"/>
                </a:ext>
              </a:extLst>
            </p:cNvPr>
            <p:cNvSpPr/>
            <p:nvPr/>
          </p:nvSpPr>
          <p:spPr>
            <a:xfrm>
              <a:off x="473945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5BB0C189-8222-5238-A819-23E7137A5EE5}"/>
                </a:ext>
              </a:extLst>
            </p:cNvPr>
            <p:cNvSpPr/>
            <p:nvPr/>
          </p:nvSpPr>
          <p:spPr>
            <a:xfrm>
              <a:off x="888299" y="4782287"/>
              <a:ext cx="94555" cy="172768"/>
            </a:xfrm>
            <a:custGeom>
              <a:avLst/>
              <a:gdLst>
                <a:gd name="connsiteX0" fmla="*/ 92165 w 94555"/>
                <a:gd name="connsiteY0" fmla="*/ 25459 h 172768"/>
                <a:gd name="connsiteX1" fmla="*/ 72265 w 94555"/>
                <a:gd name="connsiteY1" fmla="*/ 25459 h 172768"/>
                <a:gd name="connsiteX2" fmla="*/ 70375 w 94555"/>
                <a:gd name="connsiteY2" fmla="*/ 23569 h 172768"/>
                <a:gd name="connsiteX3" fmla="*/ 70375 w 94555"/>
                <a:gd name="connsiteY3" fmla="*/ 2390 h 172768"/>
                <a:gd name="connsiteX4" fmla="*/ 67984 w 94555"/>
                <a:gd name="connsiteY4" fmla="*/ 0 h 172768"/>
                <a:gd name="connsiteX5" fmla="*/ 26571 w 94555"/>
                <a:gd name="connsiteY5" fmla="*/ 0 h 172768"/>
                <a:gd name="connsiteX6" fmla="*/ 24181 w 94555"/>
                <a:gd name="connsiteY6" fmla="*/ 2390 h 172768"/>
                <a:gd name="connsiteX7" fmla="*/ 24181 w 94555"/>
                <a:gd name="connsiteY7" fmla="*/ 23569 h 172768"/>
                <a:gd name="connsiteX8" fmla="*/ 22291 w 94555"/>
                <a:gd name="connsiteY8" fmla="*/ 25459 h 172768"/>
                <a:gd name="connsiteX9" fmla="*/ 2390 w 94555"/>
                <a:gd name="connsiteY9" fmla="*/ 25459 h 172768"/>
                <a:gd name="connsiteX10" fmla="*/ 0 w 94555"/>
                <a:gd name="connsiteY10" fmla="*/ 27850 h 172768"/>
                <a:gd name="connsiteX11" fmla="*/ 0 w 94555"/>
                <a:gd name="connsiteY11" fmla="*/ 64260 h 172768"/>
                <a:gd name="connsiteX12" fmla="*/ 2390 w 94555"/>
                <a:gd name="connsiteY12" fmla="*/ 66650 h 172768"/>
                <a:gd name="connsiteX13" fmla="*/ 22291 w 94555"/>
                <a:gd name="connsiteY13" fmla="*/ 66650 h 172768"/>
                <a:gd name="connsiteX14" fmla="*/ 24181 w 94555"/>
                <a:gd name="connsiteY14" fmla="*/ 68540 h 172768"/>
                <a:gd name="connsiteX15" fmla="*/ 24181 w 94555"/>
                <a:gd name="connsiteY15" fmla="*/ 170378 h 172768"/>
                <a:gd name="connsiteX16" fmla="*/ 26571 w 94555"/>
                <a:gd name="connsiteY16" fmla="*/ 172768 h 172768"/>
                <a:gd name="connsiteX17" fmla="*/ 67984 w 94555"/>
                <a:gd name="connsiteY17" fmla="*/ 172768 h 172768"/>
                <a:gd name="connsiteX18" fmla="*/ 70375 w 94555"/>
                <a:gd name="connsiteY18" fmla="*/ 170378 h 172768"/>
                <a:gd name="connsiteX19" fmla="*/ 70375 w 94555"/>
                <a:gd name="connsiteY19" fmla="*/ 68596 h 172768"/>
                <a:gd name="connsiteX20" fmla="*/ 72265 w 94555"/>
                <a:gd name="connsiteY20" fmla="*/ 66706 h 172768"/>
                <a:gd name="connsiteX21" fmla="*/ 92165 w 94555"/>
                <a:gd name="connsiteY21" fmla="*/ 66706 h 172768"/>
                <a:gd name="connsiteX22" fmla="*/ 94556 w 94555"/>
                <a:gd name="connsiteY22" fmla="*/ 64316 h 172768"/>
                <a:gd name="connsiteX23" fmla="*/ 94556 w 94555"/>
                <a:gd name="connsiteY23" fmla="*/ 27905 h 172768"/>
                <a:gd name="connsiteX24" fmla="*/ 92165 w 94555"/>
                <a:gd name="connsiteY24" fmla="*/ 25515 h 17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555" h="172768">
                  <a:moveTo>
                    <a:pt x="92165" y="25459"/>
                  </a:moveTo>
                  <a:lnTo>
                    <a:pt x="72265" y="25459"/>
                  </a:lnTo>
                  <a:cubicBezTo>
                    <a:pt x="71209" y="25459"/>
                    <a:pt x="70375" y="24626"/>
                    <a:pt x="70375" y="23569"/>
                  </a:cubicBezTo>
                  <a:lnTo>
                    <a:pt x="70375" y="2390"/>
                  </a:lnTo>
                  <a:cubicBezTo>
                    <a:pt x="70375" y="1056"/>
                    <a:pt x="69319" y="0"/>
                    <a:pt x="67984" y="0"/>
                  </a:cubicBezTo>
                  <a:lnTo>
                    <a:pt x="26571" y="0"/>
                  </a:lnTo>
                  <a:cubicBezTo>
                    <a:pt x="25237" y="0"/>
                    <a:pt x="24181" y="1056"/>
                    <a:pt x="24181" y="2390"/>
                  </a:cubicBezTo>
                  <a:lnTo>
                    <a:pt x="24181" y="23569"/>
                  </a:lnTo>
                  <a:cubicBezTo>
                    <a:pt x="24181" y="24626"/>
                    <a:pt x="23347" y="25459"/>
                    <a:pt x="22291" y="25459"/>
                  </a:cubicBezTo>
                  <a:lnTo>
                    <a:pt x="2390" y="25459"/>
                  </a:lnTo>
                  <a:cubicBezTo>
                    <a:pt x="1056" y="25459"/>
                    <a:pt x="0" y="26516"/>
                    <a:pt x="0" y="27850"/>
                  </a:cubicBezTo>
                  <a:lnTo>
                    <a:pt x="0" y="64260"/>
                  </a:lnTo>
                  <a:cubicBezTo>
                    <a:pt x="0" y="65594"/>
                    <a:pt x="1056" y="66650"/>
                    <a:pt x="2390" y="66650"/>
                  </a:cubicBezTo>
                  <a:lnTo>
                    <a:pt x="22291" y="66650"/>
                  </a:lnTo>
                  <a:cubicBezTo>
                    <a:pt x="23347" y="66650"/>
                    <a:pt x="24181" y="67484"/>
                    <a:pt x="24181" y="68540"/>
                  </a:cubicBezTo>
                  <a:lnTo>
                    <a:pt x="24181" y="170378"/>
                  </a:lnTo>
                  <a:cubicBezTo>
                    <a:pt x="24181" y="171712"/>
                    <a:pt x="25237" y="172768"/>
                    <a:pt x="26571" y="172768"/>
                  </a:cubicBezTo>
                  <a:lnTo>
                    <a:pt x="67984" y="172768"/>
                  </a:lnTo>
                  <a:cubicBezTo>
                    <a:pt x="69319" y="172768"/>
                    <a:pt x="70375" y="171712"/>
                    <a:pt x="70375" y="170378"/>
                  </a:cubicBezTo>
                  <a:lnTo>
                    <a:pt x="70375" y="68596"/>
                  </a:lnTo>
                  <a:cubicBezTo>
                    <a:pt x="70375" y="67540"/>
                    <a:pt x="71209" y="66706"/>
                    <a:pt x="72265" y="66706"/>
                  </a:cubicBezTo>
                  <a:lnTo>
                    <a:pt x="92165" y="66706"/>
                  </a:lnTo>
                  <a:cubicBezTo>
                    <a:pt x="93499" y="66706"/>
                    <a:pt x="94556" y="65650"/>
                    <a:pt x="94556" y="64316"/>
                  </a:cubicBezTo>
                  <a:lnTo>
                    <a:pt x="94556" y="27905"/>
                  </a:lnTo>
                  <a:cubicBezTo>
                    <a:pt x="94556" y="26571"/>
                    <a:pt x="93499" y="25515"/>
                    <a:pt x="92165" y="255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55C0A18D-1096-2010-A9D2-F338B92E38A4}"/>
                </a:ext>
              </a:extLst>
            </p:cNvPr>
            <p:cNvSpPr/>
            <p:nvPr/>
          </p:nvSpPr>
          <p:spPr>
            <a:xfrm>
              <a:off x="986067" y="4808025"/>
              <a:ext cx="150322" cy="147030"/>
            </a:xfrm>
            <a:custGeom>
              <a:avLst/>
              <a:gdLst>
                <a:gd name="connsiteX0" fmla="*/ 109243 w 150322"/>
                <a:gd name="connsiteY0" fmla="*/ 2390 h 147030"/>
                <a:gd name="connsiteX1" fmla="*/ 109243 w 150322"/>
                <a:gd name="connsiteY1" fmla="*/ 9506 h 147030"/>
                <a:gd name="connsiteX2" fmla="*/ 66773 w 150322"/>
                <a:gd name="connsiteY2" fmla="*/ 500 h 147030"/>
                <a:gd name="connsiteX3" fmla="*/ 178 w 150322"/>
                <a:gd name="connsiteY3" fmla="*/ 68429 h 147030"/>
                <a:gd name="connsiteX4" fmla="*/ 73444 w 150322"/>
                <a:gd name="connsiteY4" fmla="*/ 147031 h 147030"/>
                <a:gd name="connsiteX5" fmla="*/ 109243 w 150322"/>
                <a:gd name="connsiteY5" fmla="*/ 137748 h 147030"/>
                <a:gd name="connsiteX6" fmla="*/ 109243 w 150322"/>
                <a:gd name="connsiteY6" fmla="*/ 144641 h 147030"/>
                <a:gd name="connsiteX7" fmla="*/ 111633 w 150322"/>
                <a:gd name="connsiteY7" fmla="*/ 147031 h 147030"/>
                <a:gd name="connsiteX8" fmla="*/ 147932 w 150322"/>
                <a:gd name="connsiteY8" fmla="*/ 147031 h 147030"/>
                <a:gd name="connsiteX9" fmla="*/ 150322 w 150322"/>
                <a:gd name="connsiteY9" fmla="*/ 144641 h 147030"/>
                <a:gd name="connsiteX10" fmla="*/ 150322 w 150322"/>
                <a:gd name="connsiteY10" fmla="*/ 2390 h 147030"/>
                <a:gd name="connsiteX11" fmla="*/ 147932 w 150322"/>
                <a:gd name="connsiteY11" fmla="*/ 0 h 147030"/>
                <a:gd name="connsiteX12" fmla="*/ 111633 w 150322"/>
                <a:gd name="connsiteY12" fmla="*/ 0 h 147030"/>
                <a:gd name="connsiteX13" fmla="*/ 109243 w 150322"/>
                <a:gd name="connsiteY13" fmla="*/ 2390 h 147030"/>
                <a:gd name="connsiteX14" fmla="*/ 76724 w 150322"/>
                <a:gd name="connsiteY14" fmla="*/ 105673 h 147030"/>
                <a:gd name="connsiteX15" fmla="*/ 41369 w 150322"/>
                <a:gd name="connsiteY15" fmla="*/ 70319 h 147030"/>
                <a:gd name="connsiteX16" fmla="*/ 70109 w 150322"/>
                <a:gd name="connsiteY16" fmla="*/ 41580 h 147030"/>
                <a:gd name="connsiteX17" fmla="*/ 105463 w 150322"/>
                <a:gd name="connsiteY17" fmla="*/ 76879 h 147030"/>
                <a:gd name="connsiteX18" fmla="*/ 76724 w 150322"/>
                <a:gd name="connsiteY18" fmla="*/ 105673 h 14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322" h="147030">
                  <a:moveTo>
                    <a:pt x="109243" y="2390"/>
                  </a:moveTo>
                  <a:lnTo>
                    <a:pt x="109243" y="9506"/>
                  </a:lnTo>
                  <a:cubicBezTo>
                    <a:pt x="96846" y="2613"/>
                    <a:pt x="82227" y="-889"/>
                    <a:pt x="66773" y="500"/>
                  </a:cubicBezTo>
                  <a:cubicBezTo>
                    <a:pt x="31141" y="3669"/>
                    <a:pt x="2624" y="32741"/>
                    <a:pt x="178" y="68429"/>
                  </a:cubicBezTo>
                  <a:cubicBezTo>
                    <a:pt x="-2768" y="111343"/>
                    <a:pt x="31141" y="147031"/>
                    <a:pt x="73444" y="147031"/>
                  </a:cubicBezTo>
                  <a:cubicBezTo>
                    <a:pt x="86451" y="147031"/>
                    <a:pt x="98625" y="143640"/>
                    <a:pt x="109243" y="137748"/>
                  </a:cubicBezTo>
                  <a:lnTo>
                    <a:pt x="109243" y="144641"/>
                  </a:lnTo>
                  <a:cubicBezTo>
                    <a:pt x="109243" y="145975"/>
                    <a:pt x="110299" y="147031"/>
                    <a:pt x="111633" y="147031"/>
                  </a:cubicBezTo>
                  <a:lnTo>
                    <a:pt x="147932" y="147031"/>
                  </a:lnTo>
                  <a:cubicBezTo>
                    <a:pt x="149266" y="147031"/>
                    <a:pt x="150322" y="145975"/>
                    <a:pt x="150322" y="144641"/>
                  </a:cubicBezTo>
                  <a:lnTo>
                    <a:pt x="150322" y="2390"/>
                  </a:lnTo>
                  <a:cubicBezTo>
                    <a:pt x="150322" y="1056"/>
                    <a:pt x="149266" y="0"/>
                    <a:pt x="147932" y="0"/>
                  </a:cubicBezTo>
                  <a:lnTo>
                    <a:pt x="111633" y="0"/>
                  </a:lnTo>
                  <a:cubicBezTo>
                    <a:pt x="110299" y="0"/>
                    <a:pt x="109243" y="1056"/>
                    <a:pt x="109243" y="2390"/>
                  </a:cubicBezTo>
                  <a:close/>
                  <a:moveTo>
                    <a:pt x="76724" y="105673"/>
                  </a:moveTo>
                  <a:cubicBezTo>
                    <a:pt x="56378" y="107730"/>
                    <a:pt x="39368" y="90720"/>
                    <a:pt x="41369" y="70319"/>
                  </a:cubicBezTo>
                  <a:cubicBezTo>
                    <a:pt x="42870" y="55255"/>
                    <a:pt x="55044" y="43081"/>
                    <a:pt x="70109" y="41580"/>
                  </a:cubicBezTo>
                  <a:cubicBezTo>
                    <a:pt x="90454" y="39523"/>
                    <a:pt x="107464" y="56533"/>
                    <a:pt x="105463" y="76879"/>
                  </a:cubicBezTo>
                  <a:cubicBezTo>
                    <a:pt x="103962" y="91943"/>
                    <a:pt x="91788" y="104172"/>
                    <a:pt x="76724" y="10567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DB01F9FB-8A74-B0FB-E978-BBCF05E34F0C}"/>
                </a:ext>
              </a:extLst>
            </p:cNvPr>
            <p:cNvSpPr/>
            <p:nvPr/>
          </p:nvSpPr>
          <p:spPr>
            <a:xfrm>
              <a:off x="1150231" y="4807969"/>
              <a:ext cx="104061" cy="147086"/>
            </a:xfrm>
            <a:custGeom>
              <a:avLst/>
              <a:gdLst>
                <a:gd name="connsiteX0" fmla="*/ 73321 w 104061"/>
                <a:gd name="connsiteY0" fmla="*/ 167 h 147086"/>
                <a:gd name="connsiteX1" fmla="*/ 41080 w 104061"/>
                <a:gd name="connsiteY1" fmla="*/ 7616 h 147086"/>
                <a:gd name="connsiteX2" fmla="*/ 41080 w 104061"/>
                <a:gd name="connsiteY2" fmla="*/ 2390 h 147086"/>
                <a:gd name="connsiteX3" fmla="*/ 38689 w 104061"/>
                <a:gd name="connsiteY3" fmla="*/ 0 h 147086"/>
                <a:gd name="connsiteX4" fmla="*/ 2390 w 104061"/>
                <a:gd name="connsiteY4" fmla="*/ 0 h 147086"/>
                <a:gd name="connsiteX5" fmla="*/ 0 w 104061"/>
                <a:gd name="connsiteY5" fmla="*/ 2390 h 147086"/>
                <a:gd name="connsiteX6" fmla="*/ 0 w 104061"/>
                <a:gd name="connsiteY6" fmla="*/ 144696 h 147086"/>
                <a:gd name="connsiteX7" fmla="*/ 2390 w 104061"/>
                <a:gd name="connsiteY7" fmla="*/ 147086 h 147086"/>
                <a:gd name="connsiteX8" fmla="*/ 38689 w 104061"/>
                <a:gd name="connsiteY8" fmla="*/ 147086 h 147086"/>
                <a:gd name="connsiteX9" fmla="*/ 41080 w 104061"/>
                <a:gd name="connsiteY9" fmla="*/ 144696 h 147086"/>
                <a:gd name="connsiteX10" fmla="*/ 41080 w 104061"/>
                <a:gd name="connsiteY10" fmla="*/ 65427 h 147086"/>
                <a:gd name="connsiteX11" fmla="*/ 85884 w 104061"/>
                <a:gd name="connsiteY11" fmla="*/ 43915 h 147086"/>
                <a:gd name="connsiteX12" fmla="*/ 104061 w 104061"/>
                <a:gd name="connsiteY12" fmla="*/ 6837 h 147086"/>
                <a:gd name="connsiteX13" fmla="*/ 73376 w 104061"/>
                <a:gd name="connsiteY13" fmla="*/ 167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061" h="147086">
                  <a:moveTo>
                    <a:pt x="73321" y="167"/>
                  </a:moveTo>
                  <a:cubicBezTo>
                    <a:pt x="61759" y="167"/>
                    <a:pt x="50808" y="2835"/>
                    <a:pt x="41080" y="7616"/>
                  </a:cubicBezTo>
                  <a:lnTo>
                    <a:pt x="41080" y="2390"/>
                  </a:lnTo>
                  <a:cubicBezTo>
                    <a:pt x="41080" y="1056"/>
                    <a:pt x="40024" y="0"/>
                    <a:pt x="38689" y="0"/>
                  </a:cubicBezTo>
                  <a:lnTo>
                    <a:pt x="2390" y="0"/>
                  </a:lnTo>
                  <a:cubicBezTo>
                    <a:pt x="1056" y="0"/>
                    <a:pt x="0" y="1056"/>
                    <a:pt x="0" y="2390"/>
                  </a:cubicBezTo>
                  <a:lnTo>
                    <a:pt x="0" y="144696"/>
                  </a:lnTo>
                  <a:cubicBezTo>
                    <a:pt x="0" y="146030"/>
                    <a:pt x="1056" y="147086"/>
                    <a:pt x="2390" y="147086"/>
                  </a:cubicBezTo>
                  <a:lnTo>
                    <a:pt x="38689" y="147086"/>
                  </a:lnTo>
                  <a:cubicBezTo>
                    <a:pt x="40024" y="147086"/>
                    <a:pt x="41080" y="146030"/>
                    <a:pt x="41080" y="144696"/>
                  </a:cubicBezTo>
                  <a:lnTo>
                    <a:pt x="41080" y="65427"/>
                  </a:lnTo>
                  <a:cubicBezTo>
                    <a:pt x="41135" y="47639"/>
                    <a:pt x="60313" y="36021"/>
                    <a:pt x="85884" y="43915"/>
                  </a:cubicBezTo>
                  <a:lnTo>
                    <a:pt x="104061" y="6837"/>
                  </a:lnTo>
                  <a:cubicBezTo>
                    <a:pt x="94722" y="2557"/>
                    <a:pt x="84327" y="167"/>
                    <a:pt x="73376" y="1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6E502A36-44D7-4F93-00A2-A823583D1785}"/>
                </a:ext>
              </a:extLst>
            </p:cNvPr>
            <p:cNvSpPr/>
            <p:nvPr/>
          </p:nvSpPr>
          <p:spPr>
            <a:xfrm>
              <a:off x="330583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74521D93-7C67-F49E-4B23-769237CA3455}"/>
                </a:ext>
              </a:extLst>
            </p:cNvPr>
            <p:cNvSpPr/>
            <p:nvPr/>
          </p:nvSpPr>
          <p:spPr>
            <a:xfrm>
              <a:off x="609375" y="4808260"/>
              <a:ext cx="146717" cy="146727"/>
            </a:xfrm>
            <a:custGeom>
              <a:avLst/>
              <a:gdLst>
                <a:gd name="connsiteX0" fmla="*/ 77195 w 146717"/>
                <a:gd name="connsiteY0" fmla="*/ 98 h 146727"/>
                <a:gd name="connsiteX1" fmla="*/ 94 w 146717"/>
                <a:gd name="connsiteY1" fmla="*/ 77199 h 146727"/>
                <a:gd name="connsiteX2" fmla="*/ 69523 w 146717"/>
                <a:gd name="connsiteY2" fmla="*/ 146629 h 146727"/>
                <a:gd name="connsiteX3" fmla="*/ 146624 w 146717"/>
                <a:gd name="connsiteY3" fmla="*/ 69528 h 146727"/>
                <a:gd name="connsiteX4" fmla="*/ 77195 w 146717"/>
                <a:gd name="connsiteY4" fmla="*/ 98 h 146727"/>
                <a:gd name="connsiteX5" fmla="*/ 77306 w 146717"/>
                <a:gd name="connsiteY5" fmla="*/ 105716 h 146727"/>
                <a:gd name="connsiteX6" fmla="*/ 41952 w 146717"/>
                <a:gd name="connsiteY6" fmla="*/ 70362 h 146727"/>
                <a:gd name="connsiteX7" fmla="*/ 70746 w 146717"/>
                <a:gd name="connsiteY7" fmla="*/ 41567 h 146727"/>
                <a:gd name="connsiteX8" fmla="*/ 106100 w 146717"/>
                <a:gd name="connsiteY8" fmla="*/ 76921 h 146727"/>
                <a:gd name="connsiteX9" fmla="*/ 77306 w 146717"/>
                <a:gd name="connsiteY9" fmla="*/ 105716 h 14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717" h="146727">
                  <a:moveTo>
                    <a:pt x="77195" y="98"/>
                  </a:moveTo>
                  <a:cubicBezTo>
                    <a:pt x="33669" y="-2125"/>
                    <a:pt x="-2074" y="33674"/>
                    <a:pt x="94" y="77199"/>
                  </a:cubicBezTo>
                  <a:cubicBezTo>
                    <a:pt x="1984" y="114499"/>
                    <a:pt x="32279" y="144739"/>
                    <a:pt x="69523" y="146629"/>
                  </a:cubicBezTo>
                  <a:cubicBezTo>
                    <a:pt x="113049" y="148852"/>
                    <a:pt x="148792" y="113054"/>
                    <a:pt x="146624" y="69528"/>
                  </a:cubicBezTo>
                  <a:cubicBezTo>
                    <a:pt x="144734" y="32228"/>
                    <a:pt x="114439" y="1988"/>
                    <a:pt x="77195" y="98"/>
                  </a:cubicBezTo>
                  <a:close/>
                  <a:moveTo>
                    <a:pt x="77306" y="105716"/>
                  </a:moveTo>
                  <a:cubicBezTo>
                    <a:pt x="56905" y="107717"/>
                    <a:pt x="39950" y="90763"/>
                    <a:pt x="41952" y="70362"/>
                  </a:cubicBezTo>
                  <a:cubicBezTo>
                    <a:pt x="43453" y="55297"/>
                    <a:pt x="55626" y="43068"/>
                    <a:pt x="70746" y="41567"/>
                  </a:cubicBezTo>
                  <a:cubicBezTo>
                    <a:pt x="91147" y="39566"/>
                    <a:pt x="108102" y="56520"/>
                    <a:pt x="106100" y="76921"/>
                  </a:cubicBezTo>
                  <a:cubicBezTo>
                    <a:pt x="104600" y="91986"/>
                    <a:pt x="92426" y="104215"/>
                    <a:pt x="77306" y="10571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8900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Ending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形 5">
            <a:extLst>
              <a:ext uri="{FF2B5EF4-FFF2-40B4-BE49-F238E27FC236}">
                <a16:creationId xmlns:a16="http://schemas.microsoft.com/office/drawing/2014/main" id="{DDC0E97E-879F-D1FC-7207-0F4E7A6499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6532" y="1661914"/>
            <a:ext cx="1962130" cy="34144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E2E4EF78-35FB-4A91-2CA8-A0E350C27F59}"/>
              </a:ext>
            </a:extLst>
          </p:cNvPr>
          <p:cNvSpPr txBox="1"/>
          <p:nvPr userDrawn="1"/>
        </p:nvSpPr>
        <p:spPr>
          <a:xfrm>
            <a:off x="3371491" y="2345384"/>
            <a:ext cx="4971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Arial" panose="020B0604020202020204" pitchFamily="34" charset="0"/>
              </a:rPr>
              <a:t>Bright Innovation</a:t>
            </a:r>
            <a:r>
              <a:rPr lang="zh-TW" altLang="en-US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Arial" panose="020B0604020202020204" pitchFamily="34" charset="0"/>
              </a:rPr>
              <a:t>．</a:t>
            </a:r>
            <a:r>
              <a:rPr lang="en-US" altLang="zh-TW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Arial" panose="020B0604020202020204" pitchFamily="34" charset="0"/>
              </a:rPr>
              <a:t>Sustainable Future</a:t>
            </a:r>
            <a:endParaRPr lang="zh-TW" altLang="en-US" sz="2000" dirty="0">
              <a:solidFill>
                <a:schemeClr val="bg1"/>
              </a:solidFill>
              <a:latin typeface="Roboto Light" panose="02000000000000000000" pitchFamily="2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949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>
            <a:spLocks noGrp="1"/>
          </p:cNvSpPr>
          <p:nvPr>
            <p:ph idx="13"/>
          </p:nvPr>
        </p:nvSpPr>
        <p:spPr>
          <a:xfrm>
            <a:off x="457200" y="742951"/>
            <a:ext cx="8229600" cy="36004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100"/>
            </a:lvl1pPr>
          </a:lstStyle>
          <a:p>
            <a:pPr lvl="0"/>
            <a:endParaRPr lang="en-US" noProof="0" dirty="0"/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7B409B-8358-4DFC-99EB-A8FD880AEB9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17693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fld id="{D04105CA-BFC3-4BCD-B806-E151D69215F4}" type="datetimeFigureOut">
              <a:rPr lang="zh-TW" altLang="en-US" smtClean="0"/>
              <a:pPr/>
              <a:t>2026/2/6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fld id="{72E5D2EC-D9FC-4367-9291-770F97719C88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09311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94" r:id="rId2"/>
    <p:sldLayoutId id="2147483690" r:id="rId3"/>
    <p:sldLayoutId id="2147483691" r:id="rId4"/>
    <p:sldLayoutId id="2147483692" r:id="rId5"/>
    <p:sldLayoutId id="2147483693" r:id="rId6"/>
    <p:sldLayoutId id="2147483672" r:id="rId7"/>
    <p:sldLayoutId id="2147483689" r:id="rId8"/>
    <p:sldLayoutId id="2147483695" r:id="rId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CF983F6-1835-79B2-8CA5-D94A43F763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dirty="0"/>
              <a:t>營業秘密</a:t>
            </a:r>
            <a:r>
              <a:rPr lang="en-US" altLang="zh-TW"/>
              <a:t>_(</a:t>
            </a:r>
            <a:r>
              <a:rPr lang="en-US" altLang="zh-TW" dirty="0"/>
              <a:t>Title </a:t>
            </a:r>
            <a:r>
              <a:rPr lang="zh-TW" altLang="en-US" dirty="0"/>
              <a:t>名稱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C4D41FB1-427B-88C3-8C8C-17D376270D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1361" y="3487578"/>
            <a:ext cx="4137025" cy="1064241"/>
          </a:xfrm>
        </p:spPr>
        <p:txBody>
          <a:bodyPr anchor="ctr"/>
          <a:lstStyle/>
          <a:p>
            <a:pPr marL="0" indent="0">
              <a:buNone/>
            </a:pPr>
            <a:r>
              <a:rPr lang="en-US" altLang="zh-TW" dirty="0"/>
              <a:t>Presented by (</a:t>
            </a:r>
            <a:r>
              <a:rPr lang="zh-TW" altLang="en-US" dirty="0"/>
              <a:t>登記人</a:t>
            </a:r>
            <a:r>
              <a:rPr lang="en-US" altLang="zh-TW" dirty="0"/>
              <a:t>/</a:t>
            </a:r>
            <a:r>
              <a:rPr lang="zh-TW" altLang="en-US" dirty="0"/>
              <a:t>單位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/>
              <a:t>MM DD, YYYY</a:t>
            </a:r>
          </a:p>
        </p:txBody>
      </p:sp>
    </p:spTree>
    <p:extLst>
      <p:ext uri="{BB962C8B-B14F-4D97-AF65-F5344CB8AC3E}">
        <p14:creationId xmlns:p14="http://schemas.microsoft.com/office/powerpoint/2010/main" val="1109974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itle 6"/>
          <p:cNvSpPr>
            <a:spLocks noGrp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US" altLang="zh-TW" dirty="0">
                <a:ea typeface="ＭＳ Ｐゴシック" pitchFamily="34" charset="-128"/>
              </a:rPr>
              <a:t>Agenda </a:t>
            </a:r>
            <a:r>
              <a:rPr lang="zh-TW" altLang="en-US" dirty="0">
                <a:ea typeface="ＭＳ Ｐゴシック" pitchFamily="34" charset="-128"/>
              </a:rPr>
              <a:t> </a:t>
            </a:r>
            <a:endParaRPr lang="zh-TW" altLang="en-US" dirty="0">
              <a:ea typeface="新細明體" charset="-120"/>
            </a:endParaRPr>
          </a:p>
        </p:txBody>
      </p:sp>
      <p:sp>
        <p:nvSpPr>
          <p:cNvPr id="7171" name="Content Placeholder 7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a typeface="微軟正黑體" pitchFamily="34" charset="-120"/>
              </a:rPr>
              <a:t>A. </a:t>
            </a:r>
            <a:r>
              <a:rPr lang="zh-TW" altLang="en-US" dirty="0">
                <a:ea typeface="微軟正黑體" pitchFamily="34" charset="-120"/>
              </a:rPr>
              <a:t>背景說明及問題描述</a:t>
            </a:r>
          </a:p>
          <a:p>
            <a:r>
              <a:rPr lang="en-US" altLang="zh-TW" dirty="0">
                <a:ea typeface="微軟正黑體" pitchFamily="34" charset="-120"/>
              </a:rPr>
              <a:t>B. </a:t>
            </a:r>
            <a:r>
              <a:rPr lang="zh-TW" altLang="en-US" dirty="0">
                <a:ea typeface="微軟正黑體" pitchFamily="34" charset="-120"/>
              </a:rPr>
              <a:t>創新特徵及內容描述</a:t>
            </a:r>
          </a:p>
          <a:p>
            <a:r>
              <a:rPr lang="en-US" altLang="zh-TW" dirty="0">
                <a:ea typeface="微軟正黑體" pitchFamily="34" charset="-120"/>
              </a:rPr>
              <a:t>C.</a:t>
            </a:r>
            <a:r>
              <a:rPr lang="zh-TW" altLang="en-US" dirty="0">
                <a:ea typeface="微軟正黑體" pitchFamily="34" charset="-120"/>
              </a:rPr>
              <a:t> 效益說明</a:t>
            </a:r>
            <a:endParaRPr lang="en-US" altLang="zh-TW" dirty="0">
              <a:ea typeface="微軟正黑體" pitchFamily="34" charset="-120"/>
            </a:endParaRPr>
          </a:p>
          <a:p>
            <a:r>
              <a:rPr lang="en-US" altLang="zh-TW" dirty="0">
                <a:ea typeface="微軟正黑體" pitchFamily="34" charset="-120"/>
              </a:rPr>
              <a:t>D. </a:t>
            </a:r>
            <a:r>
              <a:rPr lang="zh-TW" altLang="en-US" dirty="0">
                <a:ea typeface="微軟正黑體" pitchFamily="34" charset="-120"/>
              </a:rPr>
              <a:t>以營業秘密保護之考量</a:t>
            </a:r>
          </a:p>
          <a:p>
            <a:endParaRPr lang="zh-TW" altLang="en-US" sz="2400" b="1" dirty="0">
              <a:solidFill>
                <a:srgbClr val="FF0000"/>
              </a:solidFill>
              <a:latin typeface="微軟正黑體" pitchFamily="34" charset="-120"/>
            </a:endParaRPr>
          </a:p>
        </p:txBody>
      </p:sp>
      <p:sp>
        <p:nvSpPr>
          <p:cNvPr id="7170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7086600" y="4767263"/>
            <a:ext cx="2057400" cy="2746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1885950" indent="-17145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228850" indent="-17145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2571750" indent="-17145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2914650" indent="-17145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fld id="{AB3A94B5-376E-4127-A547-099FEF901AB1}" type="slidenum">
              <a:rPr lang="en-US" altLang="zh-TW">
                <a:ea typeface="新細明體" charset="-120"/>
              </a:rPr>
              <a:pPr/>
              <a:t>2</a:t>
            </a:fld>
            <a:endParaRPr lang="en-US" altLang="zh-TW">
              <a:ea typeface="新細明體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itle 6"/>
          <p:cNvSpPr>
            <a:spLocks noGrp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A.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背景說明及問題描述</a:t>
            </a:r>
            <a:endParaRPr lang="zh-TW" altLang="en-US" dirty="0">
              <a:ea typeface="新細明體" charset="-120"/>
            </a:endParaRPr>
          </a:p>
        </p:txBody>
      </p:sp>
      <p:sp>
        <p:nvSpPr>
          <p:cNvPr id="7171" name="Content Placeholder 7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TW" altLang="en-US" sz="1800" dirty="0"/>
              <a:t>描述待改善或解決的問題</a:t>
            </a:r>
          </a:p>
          <a:p>
            <a:r>
              <a:rPr lang="zh-TW" altLang="en-US" sz="1800" dirty="0"/>
              <a:t>描述先前方案如何改善或解決上述問題</a:t>
            </a:r>
          </a:p>
          <a:p>
            <a:endParaRPr lang="zh-TW" altLang="en-US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170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7086600" y="4767263"/>
            <a:ext cx="2057400" cy="2746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1885950" indent="-17145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228850" indent="-17145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2571750" indent="-17145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2914650" indent="-17145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fld id="{AB3A94B5-376E-4127-A547-099FEF901AB1}" type="slidenum">
              <a:rPr lang="en-US" altLang="zh-TW">
                <a:ea typeface="新細明體" charset="-120"/>
              </a:rPr>
              <a:pPr/>
              <a:t>3</a:t>
            </a:fld>
            <a:endParaRPr lang="en-US" altLang="zh-TW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21822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itle 6"/>
          <p:cNvSpPr>
            <a:spLocks noGrp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B.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創新特徵及內容描述</a:t>
            </a:r>
            <a:endParaRPr lang="zh-TW" altLang="en-US" dirty="0">
              <a:ea typeface="新細明體" charset="-120"/>
            </a:endParaRPr>
          </a:p>
        </p:txBody>
      </p:sp>
      <p:sp>
        <p:nvSpPr>
          <p:cNvPr id="7171" name="Content Placeholder 7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TW" altLang="en-US" sz="1800" dirty="0"/>
              <a:t>描述本創新方案之特徵</a:t>
            </a:r>
          </a:p>
          <a:p>
            <a:r>
              <a:rPr lang="zh-TW" altLang="en-US" sz="1800" dirty="0"/>
              <a:t>描述本創新方案之具體實施方案</a:t>
            </a:r>
          </a:p>
          <a:p>
            <a:endParaRPr lang="zh-TW" altLang="en-US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170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7086600" y="4767263"/>
            <a:ext cx="2057400" cy="2746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1885950" indent="-17145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228850" indent="-17145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2571750" indent="-17145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2914650" indent="-17145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fld id="{AB3A94B5-376E-4127-A547-099FEF901AB1}" type="slidenum">
              <a:rPr lang="en-US" altLang="zh-TW">
                <a:ea typeface="新細明體" charset="-120"/>
              </a:rPr>
              <a:pPr/>
              <a:t>4</a:t>
            </a:fld>
            <a:endParaRPr lang="en-US" altLang="zh-TW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0191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itle 6"/>
          <p:cNvSpPr>
            <a:spLocks noGrp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C.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效益說明</a:t>
            </a:r>
            <a:endParaRPr lang="zh-TW" altLang="en-US" dirty="0">
              <a:ea typeface="新細明體" charset="-120"/>
            </a:endParaRPr>
          </a:p>
        </p:txBody>
      </p:sp>
      <p:sp>
        <p:nvSpPr>
          <p:cNvPr id="7171" name="Content Placeholder 7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TW" altLang="en-US" sz="1800" dirty="0"/>
              <a:t>描述本創新方案所達成或預期達成之具體效益</a:t>
            </a:r>
          </a:p>
          <a:p>
            <a:r>
              <a:rPr lang="zh-TW" altLang="en-US" sz="1800" dirty="0"/>
              <a:t>請量化效益</a:t>
            </a:r>
          </a:p>
          <a:p>
            <a:endParaRPr lang="zh-TW" altLang="en-US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170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7086600" y="4767263"/>
            <a:ext cx="2057400" cy="2746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1885950" indent="-17145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228850" indent="-17145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2571750" indent="-17145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2914650" indent="-17145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fld id="{AB3A94B5-376E-4127-A547-099FEF901AB1}" type="slidenum">
              <a:rPr lang="en-US" altLang="zh-TW">
                <a:ea typeface="新細明體" charset="-120"/>
              </a:rPr>
              <a:pPr/>
              <a:t>5</a:t>
            </a:fld>
            <a:endParaRPr lang="en-US" altLang="zh-TW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27320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CF0E01-C679-D85C-0E24-4E6BC0D4E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微軟正黑體" pitchFamily="34" charset="-120"/>
              </a:rPr>
              <a:t>D. </a:t>
            </a:r>
            <a:r>
              <a:rPr lang="zh-TW" altLang="en-US" dirty="0">
                <a:ea typeface="微軟正黑體" pitchFamily="34" charset="-120"/>
              </a:rPr>
              <a:t>以營業秘密保護之考量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273F50-94D5-AA74-5E78-B7D50546FBA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TW" altLang="en-US" sz="1800" dirty="0"/>
              <a:t>說明必須保持祕密性而不能公開的原因</a:t>
            </a:r>
            <a:r>
              <a:rPr lang="en-US" altLang="zh-TW" sz="1800" dirty="0"/>
              <a:t>, </a:t>
            </a:r>
            <a:r>
              <a:rPr lang="zh-TW" altLang="en-US" sz="1800" dirty="0"/>
              <a:t>例如</a:t>
            </a:r>
            <a:r>
              <a:rPr lang="en-US" altLang="zh-TW" sz="1800" dirty="0"/>
              <a:t>: </a:t>
            </a:r>
            <a:r>
              <a:rPr lang="zh-TW" altLang="en-US" sz="1800" dirty="0"/>
              <a:t>製程方法或配方難以逆向還原工程得知</a:t>
            </a:r>
            <a:r>
              <a:rPr lang="en-US" altLang="zh-TW" sz="1800" dirty="0">
                <a:latin typeface="Poiret One" panose="00000500000000000000" pitchFamily="2" charset="0"/>
              </a:rPr>
              <a:t>、</a:t>
            </a:r>
            <a:r>
              <a:rPr lang="zh-TW" altLang="en-US" sz="1800" dirty="0">
                <a:latin typeface="Poiret One" panose="00000500000000000000" pitchFamily="2" charset="0"/>
              </a:rPr>
              <a:t>廠內生產設備或零組件開發</a:t>
            </a:r>
            <a:r>
              <a:rPr lang="en-US" altLang="zh-TW" sz="1800" dirty="0">
                <a:latin typeface="Poiret One" panose="00000500000000000000" pitchFamily="2" charset="0"/>
              </a:rPr>
              <a:t>/</a:t>
            </a:r>
            <a:r>
              <a:rPr lang="zh-TW" altLang="en-US" sz="1800" dirty="0">
                <a:latin typeface="Poiret One" panose="00000500000000000000" pitchFamily="2" charset="0"/>
              </a:rPr>
              <a:t>改良</a:t>
            </a:r>
            <a:r>
              <a:rPr lang="en-US" altLang="zh-TW" sz="1800" dirty="0">
                <a:latin typeface="Poiret One" panose="00000500000000000000" pitchFamily="2" charset="0"/>
              </a:rPr>
              <a:t>、</a:t>
            </a:r>
            <a:r>
              <a:rPr lang="zh-TW" altLang="en-US" sz="1800" dirty="0">
                <a:latin typeface="Poiret One" panose="00000500000000000000" pitchFamily="2" charset="0"/>
              </a:rPr>
              <a:t>或簽有保密協議等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342337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itle 6"/>
          <p:cNvSpPr>
            <a:spLocks noGrp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Summary</a:t>
            </a:r>
            <a:endParaRPr lang="zh-TW" altLang="en-US" dirty="0">
              <a:ea typeface="新細明體" charset="-120"/>
            </a:endParaRPr>
          </a:p>
        </p:txBody>
      </p:sp>
      <p:sp>
        <p:nvSpPr>
          <p:cNvPr id="7171" name="Content Placeholder 7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TW" altLang="en-US" sz="1800" dirty="0"/>
              <a:t>請撰寫結論</a:t>
            </a:r>
            <a:endParaRPr lang="zh-TW" altLang="en-US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170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7086600" y="4767263"/>
            <a:ext cx="2057400" cy="2746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1885950" indent="-17145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228850" indent="-17145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2571750" indent="-17145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2914650" indent="-17145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fld id="{AB3A94B5-376E-4127-A547-099FEF901AB1}" type="slidenum">
              <a:rPr lang="en-US" altLang="zh-TW">
                <a:ea typeface="新細明體" charset="-120"/>
              </a:rPr>
              <a:pPr/>
              <a:t>7</a:t>
            </a:fld>
            <a:endParaRPr lang="en-US" altLang="zh-TW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0213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ED7DD-CCB0-5B70-DB14-9B93DF915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50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err="1" smtClean="0">
            <a:solidFill>
              <a:schemeClr val="tx2">
                <a:lumMod val="75000"/>
                <a:lumOff val="25000"/>
              </a:schemeClr>
            </a:solidFill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6713</TotalTime>
  <Words>172</Words>
  <Application>Microsoft Office PowerPoint</Application>
  <PresentationFormat>如螢幕大小 (16:9)</PresentationFormat>
  <Paragraphs>32</Paragraphs>
  <Slides>8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7" baseType="lpstr">
      <vt:lpstr>Roboto Light</vt:lpstr>
      <vt:lpstr>Poiret One</vt:lpstr>
      <vt:lpstr>Arial</vt:lpstr>
      <vt:lpstr>Calibri</vt:lpstr>
      <vt:lpstr>ＭＳ Ｐゴシック</vt:lpstr>
      <vt:lpstr>Aptos</vt:lpstr>
      <vt:lpstr>微軟正黑體</vt:lpstr>
      <vt:lpstr>新細明體</vt:lpstr>
      <vt:lpstr>Office 佈景主題</vt:lpstr>
      <vt:lpstr>營業秘密_(Title 名稱)</vt:lpstr>
      <vt:lpstr>Agenda  </vt:lpstr>
      <vt:lpstr>A. 背景說明及問題描述</vt:lpstr>
      <vt:lpstr>B. 創新特徵及內容描述</vt:lpstr>
      <vt:lpstr>C. 效益說明</vt:lpstr>
      <vt:lpstr>D. 以營業秘密保護之考量</vt:lpstr>
      <vt:lpstr>Summary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富采控股(3714) 2024年第三季法人說明會</dc:title>
  <dc:creator>Corpcomm</dc:creator>
  <cp:lastModifiedBy>Yushu Lee 李育書</cp:lastModifiedBy>
  <cp:revision>115</cp:revision>
  <cp:lastPrinted>2025-02-11T00:47:23Z</cp:lastPrinted>
  <dcterms:created xsi:type="dcterms:W3CDTF">2025-02-04T08:05:24Z</dcterms:created>
  <dcterms:modified xsi:type="dcterms:W3CDTF">2026-02-06T06:42:44Z</dcterms:modified>
</cp:coreProperties>
</file>