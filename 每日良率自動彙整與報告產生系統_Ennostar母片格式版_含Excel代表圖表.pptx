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fonts/font.dat" ContentType="application/x-fontdata"/>
  <Override PartName="/ppt/fonts/font2.dat" ContentType="application/x-fontdata"/>
  <Override PartName="/ppt/fonts/font3.dat" ContentType="application/x-fontdata"/>
  <Override PartName="/ppt/fonts/font4.dat" ContentType="application/x-fontdata"/>
  <Override PartName="/ppt/fonts/font5.dat" ContentType="application/x-fontdata"/>
  <Override PartName="/ppt/media/image.svg" ContentType="image/svg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25de4a4a8a8649f3" Type="http://schemas.openxmlformats.org/package/2006/relationships/metadata/core-properties" Target="docProps/core.xml"/><Relationship Id="R3c3dbadf44f441b5" Type="http://schemas.openxmlformats.org/officeDocument/2006/relationships/officeDocument" Target="ppt/presentation.xml"/><Relationship Id="R9744d7edbe944286" Type="http://schemas.openxmlformats.org/officeDocument/2006/relationships/extended-properties" Target="docProps/app.xml"/></Relationships>
</file>

<file path=ppt/presentation.xml><?xml version="1.0" encoding="utf-8"?>
<p:presentation xmlns:p="http://schemas.openxmlformats.org/presentationml/2006/main" embedTrueTypeFonts="1" saveSubsetFonts="1">
  <p:sldMasterIdLst>
    <p:sldMasterId xmlns:r="http://schemas.openxmlformats.org/officeDocument/2006/relationships" id="2147483648" r:id="R20e6db5ae0474778"/>
  </p:sldMasterIdLst>
  <p:notesMasterIdLst>
    <p:notesMasterId xmlns:r="http://schemas.openxmlformats.org/officeDocument/2006/relationships" r:id="Rbf68ef057a2c4852"/>
  </p:notesMasterIdLst>
  <p:sldIdLst>
    <p:sldId xmlns:r="http://schemas.openxmlformats.org/officeDocument/2006/relationships" id="256" r:id="R4ef526af56cf41e9"/>
    <p:sldId xmlns:r="http://schemas.openxmlformats.org/officeDocument/2006/relationships" id="257" r:id="R205cf061131b4155"/>
    <p:sldId xmlns:r="http://schemas.openxmlformats.org/officeDocument/2006/relationships" id="258" r:id="R044298f454e3456f"/>
    <p:sldId xmlns:r="http://schemas.openxmlformats.org/officeDocument/2006/relationships" id="259" r:id="R8ffd1f2112894a20"/>
    <p:sldId xmlns:r="http://schemas.openxmlformats.org/officeDocument/2006/relationships" id="260" r:id="R01342e450004429f"/>
    <p:sldId xmlns:r="http://schemas.openxmlformats.org/officeDocument/2006/relationships" id="261" r:id="R8e3ea5af091b4834"/>
    <p:sldId xmlns:r="http://schemas.openxmlformats.org/officeDocument/2006/relationships" id="262" r:id="R166fe0d31b4641ad"/>
    <p:sldId xmlns:r="http://schemas.openxmlformats.org/officeDocument/2006/relationships" id="263" r:id="R28b60a4f8b2b45e7"/>
  </p:sldIdLst>
  <p:sldSz cx="9144000" cy="5143500"/>
  <p:notesSz cx="6858000" cy="9144000"/>
  <p:embeddedFontLst>
    <p:embeddedFont>
      <p:font typeface="MS PGothic"/>
      <p:regular xmlns:r="http://schemas.openxmlformats.org/officeDocument/2006/relationships" r:id="R251ac83e6bbd4fc3"/>
    </p:embeddedFont>
    <p:embeddedFont>
      <p:font typeface="Roboto Light"/>
      <p:regular xmlns:r="http://schemas.openxmlformats.org/officeDocument/2006/relationships" r:id="R14159ea19b114910"/>
      <p:italic xmlns:r="http://schemas.openxmlformats.org/officeDocument/2006/relationships" r:id="R19b84bb5512145c3"/>
    </p:embeddedFont>
    <p:embeddedFont>
      <p:font typeface="微軟正黑體"/>
      <p:regular xmlns:r="http://schemas.openxmlformats.org/officeDocument/2006/relationships" r:id="R14bdb507b8e048fa"/>
      <p:bold xmlns:r="http://schemas.openxmlformats.org/officeDocument/2006/relationships" r:id="R8ca19a12c513459f"/>
    </p:embeddedFont>
  </p:embeddedFontLst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<?xml version='1.0' encoding='UTF-8' standalone='yes'?>
<Relationships xmlns="http://schemas.openxmlformats.org/package/2006/relationships"><Relationship Id="R01342e450004429f" Type="http://schemas.openxmlformats.org/officeDocument/2006/relationships/slide" Target="slides/slide5.xml"/><Relationship Id="R044298f454e3456f" Type="http://schemas.openxmlformats.org/officeDocument/2006/relationships/slide" Target="slides/slide3.xml"/><Relationship Id="R14159ea19b114910" Type="http://schemas.openxmlformats.org/officeDocument/2006/relationships/font" Target="fonts/font2.dat"/><Relationship Id="R14bdb507b8e048fa" Type="http://schemas.openxmlformats.org/officeDocument/2006/relationships/font" Target="fonts/font4.dat"/><Relationship Id="R166fe0d31b4641ad" Type="http://schemas.openxmlformats.org/officeDocument/2006/relationships/slide" Target="slides/slide7.xml"/><Relationship Id="R19b84bb5512145c3" Type="http://schemas.openxmlformats.org/officeDocument/2006/relationships/font" Target="fonts/font3.dat"/><Relationship Id="R1dd7d65d9fd54c7e" Type="http://schemas.openxmlformats.org/officeDocument/2006/relationships/presProps" Target="presProps.xml"/><Relationship Id="R205cf061131b4155" Type="http://schemas.openxmlformats.org/officeDocument/2006/relationships/slide" Target="slides/slide2.xml"/><Relationship Id="R20e6db5ae0474778" Type="http://schemas.openxmlformats.org/officeDocument/2006/relationships/slideMaster" Target="slideMasters/slideMaster1.xml"/><Relationship Id="R251ac83e6bbd4fc3" Type="http://schemas.openxmlformats.org/officeDocument/2006/relationships/font" Target="fonts/font.dat"/><Relationship Id="R28b60a4f8b2b45e7" Type="http://schemas.openxmlformats.org/officeDocument/2006/relationships/slide" Target="slides/slide8.xml"/><Relationship Id="R4ef526af56cf41e9" Type="http://schemas.openxmlformats.org/officeDocument/2006/relationships/slide" Target="slides/slide1.xml"/><Relationship Id="R8ca19a12c513459f" Type="http://schemas.openxmlformats.org/officeDocument/2006/relationships/font" Target="fonts/font5.dat"/><Relationship Id="R8e3ea5af091b4834" Type="http://schemas.openxmlformats.org/officeDocument/2006/relationships/slide" Target="slides/slide6.xml"/><Relationship Id="R8ffd1f2112894a20" Type="http://schemas.openxmlformats.org/officeDocument/2006/relationships/slide" Target="slides/slide4.xml"/><Relationship Id="R9692e07bb3914bf7" Type="http://schemas.openxmlformats.org/officeDocument/2006/relationships/theme" Target="theme/theme1.xml"/><Relationship Id="Rbf68ef057a2c4852" Type="http://schemas.openxmlformats.org/officeDocument/2006/relationships/notesMaster" Target="notesMasters/notesMaster1.xml"/><Relationship Id="Rd181acebd8844e4a" Type="http://schemas.openxmlformats.org/officeDocument/2006/relationships/tableStyles" Target="tableStyles.xml"/><Relationship Id="Red4a4c52e8784cfa" Type="http://schemas.openxmlformats.org/officeDocument/2006/relationships/viewProps" Target="viewProp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900" b="1">
                <a:solidFill>
                  <a:srgbClr val="113A6B"/>
                </a:solidFill>
                <a:latin typeface="Noto Sans TC"/>
              </a:rPr>
              <a:t>Excel代表圖表①：2026-07 月度片良率低點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Panel Yield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3DL01</c:v>
                </c:pt>
                <c:pt idx="1">
                  <c:v>SPI2</c:v>
                </c:pt>
                <c:pt idx="2">
                  <c:v>AOI3</c:v>
                </c:pt>
                <c:pt idx="3">
                  <c:v>AOI4</c:v>
                </c:pt>
                <c:pt idx="4">
                  <c:v>FT1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0.875</c:v>
                </c:pt>
                <c:pt idx="1">
                  <c:v>0.925</c:v>
                </c:pt>
                <c:pt idx="2">
                  <c:v>0.925</c:v>
                </c:pt>
                <c:pt idx="3">
                  <c:v>0.9285714285714286</c:v>
                </c:pt>
                <c:pt idx="4">
                  <c:v>0.9473684210526315</c:v>
                </c:pt>
              </c:numCache>
            </c:numRef>
          </c:val>
        </c:ser>
        <c:dLbls>
          <c:numFmt formatCode="0%" sourceLinked="0"/>
          <c:txPr>
            <a:bodyPr/>
            <a:lstStyle/>
            <a:p>
              <a:pPr>
                <a:defRPr sz="600">
                  <a:latin typeface="Noto Sans TC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650">
                <a:latin typeface="Noto Sans TC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.0"/>
          <c:min val="0.8"/>
        </c:scaling>
        <c:delete val="0"/>
        <c:axPos val="b"/>
        <c:majorGridlines>
          <c:spPr>
            <a:ln>
              <a:solidFill>
                <a:srgbClr val="E5E7EB"/>
              </a:solidFill>
            </a:ln>
          </c:spPr>
        </c:majorGridlines>
        <c:numFmt formatCode="0%" sourceLinked="0"/>
        <c:majorTickMark val="out"/>
        <c:minorTickMark val="none"/>
        <c:tickLblPos val="nextTo"/>
        <c:txPr>
          <a:bodyPr/>
          <a:lstStyle/>
          <a:p>
            <a:pPr>
              <a:defRPr sz="650">
                <a:latin typeface="Noto Sans TC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900" b="1">
                <a:solidFill>
                  <a:srgbClr val="113A6B"/>
                </a:solidFill>
                <a:latin typeface="Noto Sans TC"/>
              </a:rPr>
              <a:t>Excel代表圖表②：低良率站點日趨勢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3DL01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2026-07-13</c:v>
                </c:pt>
                <c:pt idx="1">
                  <c:v>2026-07-14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0.6363636363636364</c:v>
                </c:pt>
                <c:pt idx="1">
                  <c:v>0.9655172413793104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SPI2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2026-07-13</c:v>
                </c:pt>
                <c:pt idx="1">
                  <c:v>2026-07-14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0.85</c:v>
                </c:pt>
                <c:pt idx="1">
                  <c:v>1.0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AOI3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2026-07-13</c:v>
                </c:pt>
                <c:pt idx="1">
                  <c:v>2026-07-14</c:v>
                </c:pt>
              </c:strCache>
            </c:strRef>
          </c:cat>
          <c:val>
            <c:numRef>
              <c:f>Sheet1!$D$2:$D$3</c:f>
              <c:numCache>
                <c:formatCode>General</c:formatCode>
                <c:ptCount val="2"/>
                <c:pt idx="0">
                  <c:v>1.0</c:v>
                </c:pt>
                <c:pt idx="1">
                  <c:v>0.85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AOI4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2026-07-13</c:v>
                </c:pt>
                <c:pt idx="1">
                  <c:v>2026-07-14</c:v>
                </c:pt>
              </c:strCache>
            </c:strRef>
          </c:cat>
          <c:val>
            <c:numRef>
              <c:f>Sheet1!$E$2:$E$3</c:f>
              <c:numCache>
                <c:formatCode>General</c:formatCode>
                <c:ptCount val="2"/>
                <c:pt idx="0">
                  <c:v>0.9473684210526315</c:v>
                </c:pt>
                <c:pt idx="1">
                  <c:v>0.9130434782608695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650">
                <a:latin typeface="Noto Sans TC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1.05"/>
          <c:min val="0.5"/>
        </c:scaling>
        <c:delete val="0"/>
        <c:axPos val="l"/>
        <c:majorGridlines>
          <c:spPr>
            <a:ln>
              <a:solidFill>
                <a:srgbClr val="E5E7EB"/>
              </a:solidFill>
            </a:ln>
          </c:spPr>
        </c:majorGridlines>
        <c:numFmt formatCode="0%" sourceLinked="0"/>
        <c:majorTickMark val="out"/>
        <c:minorTickMark val="none"/>
        <c:tickLblPos val="nextTo"/>
        <c:txPr>
          <a:bodyPr/>
          <a:lstStyle/>
          <a:p>
            <a:pPr>
              <a:defRPr sz="650">
                <a:latin typeface="Noto Sans TC"/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700">
              <a:latin typeface="Noto Sans TC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900" b="1">
                <a:solidFill>
                  <a:srgbClr val="113A6B"/>
                </a:solidFill>
                <a:latin typeface="Noto Sans TC"/>
              </a:rPr>
              <a:t>Excel代表圖表③：報告製作時間比較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Minutes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現況
42張×3分鐘</c:v>
                </c:pt>
                <c:pt idx="1">
                  <c:v>導入後
自動產出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126</c:v>
                </c:pt>
                <c:pt idx="1">
                  <c:v>5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600">
                  <a:latin typeface="Noto Sans TC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650">
                <a:latin typeface="Noto Sans TC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40.0"/>
          <c:min val="0.0"/>
        </c:scaling>
        <c:delete val="0"/>
        <c:axPos val="l"/>
        <c:majorGridlines>
          <c:spPr>
            <a:ln>
              <a:solidFill>
                <a:srgbClr val="E5E7EB"/>
              </a:solidFill>
            </a:ln>
          </c:spPr>
        </c:majorGridlines>
        <c:numFmt formatCode="0" sourceLinked="0"/>
        <c:majorTickMark val="out"/>
        <c:minorTickMark val="none"/>
        <c:tickLblPos val="nextTo"/>
        <c:txPr>
          <a:bodyPr/>
          <a:lstStyle/>
          <a:p>
            <a:pPr>
              <a:defRPr sz="650">
                <a:latin typeface="Noto Sans TC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900" b="1">
                <a:solidFill>
                  <a:srgbClr val="113A6B"/>
                </a:solidFill>
                <a:latin typeface="Noto Sans TC"/>
              </a:rPr>
              <a:t>Excel代表圖表④：各站月度投入片數（Top 8）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Total Panels</c:v>
                </c:pt>
              </c:strCache>
            </c:strRef>
          </c:tx>
          <c:cat>
            <c:strRef>
              <c:f>Sheet1!$A$2:$A$9</c:f>
              <c:strCache>
                <c:ptCount val="8"/>
                <c:pt idx="0">
                  <c:v>SPI1</c:v>
                </c:pt>
                <c:pt idx="1">
                  <c:v>AOI1</c:v>
                </c:pt>
                <c:pt idx="2">
                  <c:v>AOI2</c:v>
                </c:pt>
                <c:pt idx="3">
                  <c:v>AOI4</c:v>
                </c:pt>
                <c:pt idx="4">
                  <c:v>SPI2</c:v>
                </c:pt>
                <c:pt idx="5">
                  <c:v>AOI3</c:v>
                </c:pt>
                <c:pt idx="6">
                  <c:v>3DL01</c:v>
                </c:pt>
                <c:pt idx="7">
                  <c:v>AXI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77.0</c:v>
                </c:pt>
                <c:pt idx="1">
                  <c:v>77.0</c:v>
                </c:pt>
                <c:pt idx="2">
                  <c:v>77.0</c:v>
                </c:pt>
                <c:pt idx="3">
                  <c:v>42.0</c:v>
                </c:pt>
                <c:pt idx="4">
                  <c:v>40.0</c:v>
                </c:pt>
                <c:pt idx="5">
                  <c:v>40.0</c:v>
                </c:pt>
                <c:pt idx="6">
                  <c:v>40.0</c:v>
                </c:pt>
                <c:pt idx="7">
                  <c:v>39.0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600">
                  <a:latin typeface="Noto Sans TC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650">
                <a:latin typeface="Noto Sans TC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87.0"/>
          <c:min val="0.0"/>
        </c:scaling>
        <c:delete val="0"/>
        <c:axPos val="b"/>
        <c:majorGridlines>
          <c:spPr>
            <a:ln>
              <a:solidFill>
                <a:srgbClr val="E5E7EB"/>
              </a:solidFill>
            </a:ln>
          </c:spPr>
        </c:majorGridlines>
        <c:numFmt formatCode="0" sourceLinked="0"/>
        <c:majorTickMark val="out"/>
        <c:minorTickMark val="none"/>
        <c:tickLblPos val="nextTo"/>
        <c:spPr>
          <a:ln>
            <a:solidFill>
              <a:srgbClr val="FFFFFF"/>
            </a:solidFill>
          </a:ln>
        </c:spPr>
        <c:txPr>
          <a:bodyPr/>
          <a:lstStyle/>
          <a:p>
            <a:pPr>
              <a:defRPr sz="100">
                <a:solidFill>
                  <a:srgbClr val="FFFFFF"/>
                </a:solidFill>
                <a:latin typeface="Noto Sans TC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06f733eac54a4f86" Type="http://schemas.openxmlformats.org/officeDocument/2006/relationships/theme" Target="theme/theme3.xml"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佈景主題">
  <a:themeElements>
    <a:clrScheme name="Ennostar-Color">
      <a:dk1>
        <a:srgbClr val="4C4948"/>
      </a:dk1>
      <a:lt1>
        <a:srgbClr val="FFFFFF"/>
      </a:lt1>
      <a:dk2>
        <a:srgbClr val="262424"/>
      </a:dk2>
      <a:lt2>
        <a:srgbClr val="F2F2F2"/>
      </a:lt2>
      <a:accent1>
        <a:srgbClr val="004B9F"/>
      </a:accent1>
      <a:accent2>
        <a:srgbClr val="4C6FFF"/>
      </a:accent2>
      <a:accent3>
        <a:srgbClr val="00C49E"/>
      </a:accent3>
      <a:accent4>
        <a:srgbClr val="FFA300"/>
      </a:accent4>
      <a:accent5>
        <a:srgbClr val="D146E0"/>
      </a:accent5>
      <a:accent6>
        <a:srgbClr val="BFD300"/>
      </a:accent6>
      <a:hlink>
        <a:srgbClr val="0000FF"/>
      </a:hlink>
      <a:folHlink>
        <a:srgbClr val="800080"/>
      </a:folHlink>
    </a:clrScheme>
    <a:fontScheme name="Ennostar">
      <a:majorFont>
        <a:latin typeface="Roboto"/>
        <a:ea typeface="微軟正黑體"/>
        <a:cs typeface=""/>
      </a:majorFont>
      <a:minorFont>
        <a:latin typeface="Roboto"/>
        <a:ea typeface="微軟正黑體"/>
        <a:cs typeface=""/>
      </a:minorFont>
    </a:fontScheme>
    <a:fmtScheme name="Ennostar-Color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<?xml version='1.0' encoding='UTF-8' standalone='yes'?>
<Relationships xmlns="http://schemas.openxmlformats.org/package/2006/relationships"><Relationship Id="Rb002f08c14d94aeb" Type="http://schemas.openxmlformats.org/officeDocument/2006/relationships/slide" Target="../slides/slide1.xml"/><Relationship Id="Rc3503eb72bc74a84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a272092ab7f14dcf" Type="http://schemas.openxmlformats.org/officeDocument/2006/relationships/notesMaster" Target="../notesMasters/notesMaster1.xml"/><Relationship Id="Rbe455cd047524dd8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ad72439a7bec4a20" Type="http://schemas.openxmlformats.org/officeDocument/2006/relationships/slide" Target="../slides/slide3.xml"/><Relationship Id="Rdca2b472903d437c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3f01f7aa7d694ae7" Type="http://schemas.openxmlformats.org/officeDocument/2006/relationships/notesMaster" Target="../notesMasters/notesMaster1.xml"/><Relationship Id="Rca9cb98bb9b649f3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be0ae237ae884899" Type="http://schemas.openxmlformats.org/officeDocument/2006/relationships/notesMaster" Target="../notesMasters/notesMaster1.xml"/><Relationship Id="Rf9301a45fd524ce1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7913c9d5f405406c" Type="http://schemas.openxmlformats.org/officeDocument/2006/relationships/slide" Target="../slides/slide6.xml"/><Relationship Id="Rc429832d74a04e28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00b221f457d14e2e" Type="http://schemas.openxmlformats.org/officeDocument/2006/relationships/slide" Target="../slides/slide7.xml"/><Relationship Id="R88bf2ba6535a4100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4e05e86605c747fb" Type="http://schemas.openxmlformats.org/officeDocument/2006/relationships/notesMaster" Target="../notesMasters/notesMaster1.xml"/><Relationship Id="Rdac5eb3d519b4652" Type="http://schemas.openxmlformats.org/officeDocument/2006/relationships/slide" Target="../slides/slide8.xml"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spcBef>
                <a:spcPts val="0"/>
              </a:spcBef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spcBef>
                <a:spcPts val="0"/>
              </a:spcBef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spcBef>
                <a:spcPts val="0"/>
              </a:spcBef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spcBef>
                <a:spcPts val="0"/>
              </a:spcBef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spcBef>
                <a:spcPts val="0"/>
              </a:spcBef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<?xml version='1.0' encoding='UTF-8' standalone='yes'?>
<Relationships xmlns="http://schemas.openxmlformats.org/package/2006/relationships"><Relationship Id="Rb32a06a21ff9488e" Type="http://schemas.openxmlformats.org/officeDocument/2006/relationships/image" Target="../media/image.svg"/><Relationship Id="Rd2afb519233c417a" Type="http://schemas.openxmlformats.org/officeDocument/2006/relationships/image" Target="../media/image.jpeg"/><Relationship Id="Rdc7f0447c55f415f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42d69c27b9774599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8186553e468a45d8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20bd5a5217834367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3f69b0fdabb74c2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5272658e58cf4e90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03540509664d4f16" Type="http://schemas.openxmlformats.org/officeDocument/2006/relationships/image" Target="../media/image2.jpeg"/><Relationship Id="Rf6106bb34ad2405c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02b01c415b124746" Type="http://schemas.openxmlformats.org/officeDocument/2006/relationships/image" Target="../media/image3.jpeg"/><Relationship Id="R760dc01ee17d4cbf" Type="http://schemas.openxmlformats.org/officeDocument/2006/relationships/slideMaster" Target="../slideMasters/slideMaster1.xml"/><Relationship Id="Rc9fa4ce8ebed47cd" Type="http://schemas.openxmlformats.org/officeDocument/2006/relationships/image" Target="../media/image.jpeg"/><Relationship Id="Rfe4bfaa73df84319" Type="http://schemas.openxmlformats.org/officeDocument/2006/relationships/image" Target="../media/image.svg"/></Relationships>
</file>

<file path=ppt/slideLayouts/_rels/slideLayout9.xml.rels><?xml version='1.0' encoding='UTF-8' standalone='yes'?>
<Relationships xmlns="http://schemas.openxmlformats.org/package/2006/relationships"><Relationship Id="R0ed85a975206417c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userDrawn="1">
  <p:cSld name="NO">
    <p:bg>
      <p:bgPr>
        <a:blipFill xmlns:a="http://schemas.openxmlformats.org/drawingml/2006/main" rotWithShape="1">
          <a:blip xmlns:r="http://schemas.openxmlformats.org/officeDocument/2006/relationships" r:embed="Rd2afb519233c417a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圖形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2afb519233c417a">
            <a:extLst>
              <a:ext uri="{96DAC541-7B7A-43D3-8B79-37D633B846F1}">
                <asvg:svgBlip xmlns:asvg="http://schemas.microsoft.com/office/drawing/2016/SVG/main" r:embed="Rb32a06a21ff9488e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14959" y="509888"/>
            <a:ext cx="1620000" cy="281912"/>
          </a:xfrm>
          <a:prstGeom xmlns:a="http://schemas.openxmlformats.org/drawingml/2006/main" prst="rect">
            <a:avLst/>
          </a:prstGeom>
        </p:spPr>
      </p:pic>
      <p:sp>
        <p:nvSpPr>
          <p:cNvPr id="5" name="標題 1">
            <a:extLst xmlns:a="http://schemas.openxmlformats.org/drawingml/2006/main">
              <a:ext uri="{FF2B5EF4-FFF2-40B4-BE49-F238E27FC236}">
                <a16:creationId xmlns:a16="http://schemas.microsoft.com/office/drawing/2014/main" id="{F30EA4B6-1EA5-CAD2-7D92-D816D026C90F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409620" y="1433376"/>
            <a:ext cx="6575285" cy="1790700"/>
          </a:xfrm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 algn="l">
              <a:lnSpc>
                <a:spcPct val="150000"/>
              </a:lnSpc>
              <a:buNone/>
              <a:defRPr sz="2800" b="1">
                <a:solidFill>
                  <a:schemeClr val="bg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r>
              <a:t>按一下以編輯母片標題樣式</a:t>
            </a:r>
          </a:p>
        </p:txBody>
      </p:sp>
      <p:sp>
        <p:nvSpPr>
          <p:cNvPr id="6" name="文字版面配置區 9">
            <a:extLst xmlns:a="http://schemas.openxmlformats.org/drawingml/2006/main">
              <a:ext uri="{FF2B5EF4-FFF2-40B4-BE49-F238E27FC236}">
                <a16:creationId xmlns:a16="http://schemas.microsoft.com/office/drawing/2014/main" id="{5AB66D1F-A2DD-022A-5025-4D3881B08E7B}"/>
              </a:ext>
            </a:extLst>
          </p:cNvPr>
          <p:cNvSpPr>
            <a:spLocks xmlns:a="http://schemas.openxmlformats.org/drawingml/2006/main" noGrp="1"/>
          </p:cNvSpPr>
          <p:nvPr>
            <p:ph type="body" idx="10"/>
          </p:nvPr>
        </p:nvSpPr>
        <p:spPr>
          <a:xfrm xmlns:a="http://schemas.openxmlformats.org/drawingml/2006/main">
            <a:off x="421361" y="3723659"/>
            <a:ext cx="4137025" cy="1064241"/>
          </a:xfrm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 algn="l">
              <a:lnSpc>
                <a:spcPct val="100000"/>
              </a:lnSpc>
              <a:buNone/>
              <a:defRPr sz="1400">
                <a:solidFill>
                  <a:schemeClr val="bg1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按一下以編輯母片文字樣式</a:t>
            </a:r>
          </a:p>
        </p:txBody>
      </p:sp>
    </p:spTree>
  </p:cSld>
</p:sldLayout>
</file>

<file path=ppt/slideLayouts/slideLayout2.xml><?xml version="1.0" encoding="utf-8"?>
<p:sldLayout xmlns:p="http://schemas.openxmlformats.org/presentationml/2006/main" preserve="1" userDrawn="1">
  <p:cSld name="6_標題及內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3A4F3AE4-856A-5163-E627-6D01F6F54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8710" y="4882300"/>
            <a:ext cx="555290" cy="13884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" name="標題 1">
            <a:extLst xmlns:a="http://schemas.openxmlformats.org/drawingml/2006/main">
              <a:ext uri="{FF2B5EF4-FFF2-40B4-BE49-F238E27FC236}">
                <a16:creationId xmlns:a16="http://schemas.microsoft.com/office/drawing/2014/main" id="{AEBB7CB2-1955-D989-E545-7BF83BF7CF4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81560" y="224043"/>
            <a:ext cx="7876108" cy="480600"/>
          </a:xfrm>
        </p:spPr>
        <p:txBody>
          <a:bodyPr xmlns:a="http://schemas.openxmlformats.org/drawingml/2006/main" lIns="0">
            <a:normAutofit/>
          </a:bodyPr>
          <a:lstStyle xmlns:a="http://schemas.openxmlformats.org/drawingml/2006/main">
            <a:lvl1pPr>
              <a:buNone/>
              <a:defRPr sz="24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r>
              <a:t>按一下以編輯母片標題樣式</a:t>
            </a:r>
          </a:p>
        </p:txBody>
      </p:sp>
      <p:sp>
        <p:nvSpPr>
          <p:cNvPr id="33" name="矩形 32">
            <a:extLst xmlns:a="http://schemas.openxmlformats.org/drawingml/2006/main">
              <a:ext uri="{FF2B5EF4-FFF2-40B4-BE49-F238E27FC236}">
                <a16:creationId xmlns:a16="http://schemas.microsoft.com/office/drawing/2014/main" id="{E0D9EC2D-1B5D-DDD1-D251-5D5AFEBF2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" y="-2926"/>
            <a:ext cx="90776" cy="273471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手繪多邊形: 圖案 4">
            <a:extLst xmlns:a="http://schemas.openxmlformats.org/drawingml/2006/main">
              <a:ext uri="{FF2B5EF4-FFF2-40B4-BE49-F238E27FC236}">
                <a16:creationId xmlns:a16="http://schemas.microsoft.com/office/drawing/2014/main" id="{D067D35E-DB98-1A2F-C350-F063DC9DD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61704" y="247508"/>
            <a:ext cx="85847" cy="101382"/>
          </a:xfrm>
          <a:custGeom xmlns:a="http://schemas.openxmlformats.org/drawingml/2006/main">
            <a:rect l="l" t="t" r="r" b="b"/>
            <a:pathLst>
              <a:path w="125017" h="147642">
                <a:moveTo>
                  <a:pt x="72709" y="57089"/>
                </a:moveTo>
                <a:cubicBezTo>
                  <a:pt x="62092" y="54476"/>
                  <a:pt x="53031" y="52197"/>
                  <a:pt x="49307" y="50141"/>
                </a:cubicBezTo>
                <a:cubicBezTo>
                  <a:pt x="45582" y="48139"/>
                  <a:pt x="43692" y="45416"/>
                  <a:pt x="43692" y="42080"/>
                </a:cubicBezTo>
                <a:cubicBezTo>
                  <a:pt x="43692" y="38745"/>
                  <a:pt x="45193" y="35743"/>
                  <a:pt x="48195" y="33575"/>
                </a:cubicBezTo>
                <a:cubicBezTo>
                  <a:pt x="51197" y="31407"/>
                  <a:pt x="55088" y="30296"/>
                  <a:pt x="59813" y="30296"/>
                </a:cubicBezTo>
                <a:cubicBezTo>
                  <a:pt x="64260" y="30296"/>
                  <a:pt x="67929" y="31296"/>
                  <a:pt x="70764" y="33242"/>
                </a:cubicBezTo>
                <a:cubicBezTo>
                  <a:pt x="73599" y="35187"/>
                  <a:pt x="75544" y="38134"/>
                  <a:pt x="76545" y="42025"/>
                </a:cubicBezTo>
                <a:lnTo>
                  <a:pt x="117069" y="42025"/>
                </a:lnTo>
                <a:cubicBezTo>
                  <a:pt x="116179" y="30073"/>
                  <a:pt x="110343" y="20123"/>
                  <a:pt x="99614" y="12063"/>
                </a:cubicBezTo>
                <a:cubicBezTo>
                  <a:pt x="88886" y="4002"/>
                  <a:pt x="75989" y="0"/>
                  <a:pt x="61036" y="0"/>
                </a:cubicBezTo>
                <a:cubicBezTo>
                  <a:pt x="43915" y="0"/>
                  <a:pt x="29906" y="4058"/>
                  <a:pt x="18956" y="12174"/>
                </a:cubicBezTo>
                <a:cubicBezTo>
                  <a:pt x="8005" y="20290"/>
                  <a:pt x="2557" y="30740"/>
                  <a:pt x="2557" y="43581"/>
                </a:cubicBezTo>
                <a:cubicBezTo>
                  <a:pt x="2557" y="54365"/>
                  <a:pt x="8505" y="63037"/>
                  <a:pt x="16676" y="69652"/>
                </a:cubicBezTo>
                <a:cubicBezTo>
                  <a:pt x="24959" y="76323"/>
                  <a:pt x="38689" y="81993"/>
                  <a:pt x="57867" y="86718"/>
                </a:cubicBezTo>
                <a:cubicBezTo>
                  <a:pt x="67373" y="89052"/>
                  <a:pt x="73821" y="91443"/>
                  <a:pt x="77156" y="93777"/>
                </a:cubicBezTo>
                <a:cubicBezTo>
                  <a:pt x="80436" y="96112"/>
                  <a:pt x="83938" y="99447"/>
                  <a:pt x="83938" y="103783"/>
                </a:cubicBezTo>
                <a:cubicBezTo>
                  <a:pt x="83938" y="107786"/>
                  <a:pt x="82104" y="111010"/>
                  <a:pt x="78491" y="113511"/>
                </a:cubicBezTo>
                <a:cubicBezTo>
                  <a:pt x="74822" y="116013"/>
                  <a:pt x="70208" y="117291"/>
                  <a:pt x="64538" y="117291"/>
                </a:cubicBezTo>
                <a:cubicBezTo>
                  <a:pt x="58590" y="117291"/>
                  <a:pt x="53698" y="115790"/>
                  <a:pt x="49974" y="112733"/>
                </a:cubicBezTo>
                <a:cubicBezTo>
                  <a:pt x="46249" y="109676"/>
                  <a:pt x="43748" y="105229"/>
                  <a:pt x="42525" y="99392"/>
                </a:cubicBezTo>
                <a:lnTo>
                  <a:pt x="0" y="99392"/>
                </a:lnTo>
                <a:cubicBezTo>
                  <a:pt x="834" y="113734"/>
                  <a:pt x="7115" y="125407"/>
                  <a:pt x="18900" y="134301"/>
                </a:cubicBezTo>
                <a:cubicBezTo>
                  <a:pt x="30685" y="143195"/>
                  <a:pt x="45638" y="147642"/>
                  <a:pt x="63815" y="147642"/>
                </a:cubicBezTo>
                <a:cubicBezTo>
                  <a:pt x="81993" y="147642"/>
                  <a:pt x="96446" y="143251"/>
                  <a:pt x="107841" y="134412"/>
                </a:cubicBezTo>
                <a:cubicBezTo>
                  <a:pt x="119292" y="125629"/>
                  <a:pt x="125018" y="114234"/>
                  <a:pt x="125018" y="100392"/>
                </a:cubicBezTo>
                <a:cubicBezTo>
                  <a:pt x="125018" y="89330"/>
                  <a:pt x="119348" y="80492"/>
                  <a:pt x="111677" y="73821"/>
                </a:cubicBezTo>
                <a:cubicBezTo>
                  <a:pt x="103894" y="67151"/>
                  <a:pt x="90942" y="61592"/>
                  <a:pt x="72821" y="57145"/>
                </a:cubicBezTo>
                <a:close/>
              </a:path>
            </a:pathLst>
          </a:custGeom>
          <a:grp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6" name="手繪多邊形: 圖案 5">
            <a:extLst xmlns:a="http://schemas.openxmlformats.org/drawingml/2006/main">
              <a:ext uri="{FF2B5EF4-FFF2-40B4-BE49-F238E27FC236}">
                <a16:creationId xmlns:a16="http://schemas.microsoft.com/office/drawing/2014/main" id="{F941FA01-169A-9CC1-113E-9C690B04C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68308" y="221170"/>
            <a:ext cx="87756" cy="127912"/>
          </a:xfrm>
          <a:custGeom xmlns:a="http://schemas.openxmlformats.org/drawingml/2006/main">
            <a:rect l="l" t="t" r="r" b="b"/>
            <a:pathLst>
              <a:path w="127797" h="186276">
                <a:moveTo>
                  <a:pt x="0" y="183941"/>
                </a:moveTo>
                <a:lnTo>
                  <a:pt x="0" y="2390"/>
                </a:lnTo>
                <a:cubicBezTo>
                  <a:pt x="0" y="1056"/>
                  <a:pt x="1056" y="0"/>
                  <a:pt x="2390" y="0"/>
                </a:cubicBezTo>
                <a:lnTo>
                  <a:pt x="125407" y="0"/>
                </a:lnTo>
                <a:cubicBezTo>
                  <a:pt x="126741" y="0"/>
                  <a:pt x="127797" y="1056"/>
                  <a:pt x="127797" y="2390"/>
                </a:cubicBezTo>
                <a:lnTo>
                  <a:pt x="127797" y="36410"/>
                </a:lnTo>
                <a:cubicBezTo>
                  <a:pt x="127797" y="37744"/>
                  <a:pt x="126741" y="38801"/>
                  <a:pt x="125407" y="38801"/>
                </a:cubicBezTo>
                <a:lnTo>
                  <a:pt x="48139" y="38801"/>
                </a:lnTo>
                <a:cubicBezTo>
                  <a:pt x="46805" y="38801"/>
                  <a:pt x="45749" y="39857"/>
                  <a:pt x="45749" y="41191"/>
                </a:cubicBezTo>
                <a:lnTo>
                  <a:pt x="45749" y="66761"/>
                </a:lnTo>
                <a:cubicBezTo>
                  <a:pt x="45749" y="68096"/>
                  <a:pt x="46805" y="69152"/>
                  <a:pt x="48139" y="69152"/>
                </a:cubicBezTo>
                <a:lnTo>
                  <a:pt x="125407" y="69152"/>
                </a:lnTo>
                <a:cubicBezTo>
                  <a:pt x="126741" y="69152"/>
                  <a:pt x="127797" y="70208"/>
                  <a:pt x="127797" y="71542"/>
                </a:cubicBezTo>
                <a:lnTo>
                  <a:pt x="127797" y="104673"/>
                </a:lnTo>
                <a:cubicBezTo>
                  <a:pt x="127797" y="106007"/>
                  <a:pt x="126741" y="107063"/>
                  <a:pt x="125407" y="107063"/>
                </a:cubicBezTo>
                <a:lnTo>
                  <a:pt x="48139" y="107063"/>
                </a:lnTo>
                <a:cubicBezTo>
                  <a:pt x="46805" y="107063"/>
                  <a:pt x="45749" y="108119"/>
                  <a:pt x="45749" y="109453"/>
                </a:cubicBezTo>
                <a:lnTo>
                  <a:pt x="45749" y="145196"/>
                </a:lnTo>
                <a:cubicBezTo>
                  <a:pt x="45749" y="146531"/>
                  <a:pt x="46805" y="147587"/>
                  <a:pt x="48139" y="147587"/>
                </a:cubicBezTo>
                <a:lnTo>
                  <a:pt x="125407" y="147587"/>
                </a:lnTo>
                <a:cubicBezTo>
                  <a:pt x="126741" y="147587"/>
                  <a:pt x="127797" y="148643"/>
                  <a:pt x="127797" y="149977"/>
                </a:cubicBezTo>
                <a:lnTo>
                  <a:pt x="127797" y="183886"/>
                </a:lnTo>
                <a:cubicBezTo>
                  <a:pt x="127797" y="185220"/>
                  <a:pt x="126741" y="186276"/>
                  <a:pt x="125407" y="186276"/>
                </a:cubicBezTo>
                <a:lnTo>
                  <a:pt x="2390" y="186276"/>
                </a:lnTo>
                <a:cubicBezTo>
                  <a:pt x="1056" y="186276"/>
                  <a:pt x="0" y="185220"/>
                  <a:pt x="0" y="183886"/>
                </a:cubicBezTo>
                <a:close/>
              </a:path>
            </a:pathLst>
          </a:custGeom>
          <a:grp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7" name="手繪多邊形: 圖案 6">
            <a:extLst xmlns:a="http://schemas.openxmlformats.org/drawingml/2006/main">
              <a:ext uri="{FF2B5EF4-FFF2-40B4-BE49-F238E27FC236}">
                <a16:creationId xmlns:a16="http://schemas.microsoft.com/office/drawing/2014/main" id="{3B73E5D6-1E65-09C2-5DE6-598D1FE8F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63975" y="248119"/>
            <a:ext cx="88939" cy="101001"/>
          </a:xfrm>
          <a:custGeom xmlns:a="http://schemas.openxmlformats.org/drawingml/2006/main">
            <a:rect l="l" t="t" r="r" b="b"/>
            <a:pathLst>
              <a:path w="129520" h="147086">
                <a:moveTo>
                  <a:pt x="0" y="144696"/>
                </a:moveTo>
                <a:lnTo>
                  <a:pt x="0" y="5948"/>
                </a:lnTo>
                <a:cubicBezTo>
                  <a:pt x="0" y="4614"/>
                  <a:pt x="1056" y="3558"/>
                  <a:pt x="2390" y="3558"/>
                </a:cubicBezTo>
                <a:lnTo>
                  <a:pt x="40969" y="3558"/>
                </a:lnTo>
                <a:cubicBezTo>
                  <a:pt x="42303" y="3558"/>
                  <a:pt x="43359" y="4614"/>
                  <a:pt x="43359" y="5948"/>
                </a:cubicBezTo>
                <a:lnTo>
                  <a:pt x="43359" y="23236"/>
                </a:lnTo>
                <a:cubicBezTo>
                  <a:pt x="48028" y="15398"/>
                  <a:pt x="53698" y="9561"/>
                  <a:pt x="60424" y="5726"/>
                </a:cubicBezTo>
                <a:cubicBezTo>
                  <a:pt x="67151" y="1890"/>
                  <a:pt x="75155" y="0"/>
                  <a:pt x="84439" y="0"/>
                </a:cubicBezTo>
                <a:cubicBezTo>
                  <a:pt x="100281" y="0"/>
                  <a:pt x="111788" y="4225"/>
                  <a:pt x="118848" y="12619"/>
                </a:cubicBezTo>
                <a:cubicBezTo>
                  <a:pt x="125963" y="21012"/>
                  <a:pt x="129521" y="34743"/>
                  <a:pt x="129521" y="53754"/>
                </a:cubicBezTo>
                <a:lnTo>
                  <a:pt x="129521" y="144696"/>
                </a:lnTo>
                <a:cubicBezTo>
                  <a:pt x="129521" y="146030"/>
                  <a:pt x="128464" y="147086"/>
                  <a:pt x="127130" y="147086"/>
                </a:cubicBezTo>
                <a:lnTo>
                  <a:pt x="87551" y="147086"/>
                </a:lnTo>
                <a:cubicBezTo>
                  <a:pt x="86217" y="147086"/>
                  <a:pt x="85161" y="146030"/>
                  <a:pt x="85161" y="144696"/>
                </a:cubicBezTo>
                <a:lnTo>
                  <a:pt x="85161" y="74877"/>
                </a:lnTo>
                <a:cubicBezTo>
                  <a:pt x="85161" y="57979"/>
                  <a:pt x="83827" y="47194"/>
                  <a:pt x="81159" y="42581"/>
                </a:cubicBezTo>
                <a:cubicBezTo>
                  <a:pt x="78491" y="37967"/>
                  <a:pt x="73599" y="35632"/>
                  <a:pt x="66484" y="35632"/>
                </a:cubicBezTo>
                <a:cubicBezTo>
                  <a:pt x="58701" y="35632"/>
                  <a:pt x="52976" y="38411"/>
                  <a:pt x="49418" y="43859"/>
                </a:cubicBezTo>
                <a:cubicBezTo>
                  <a:pt x="45860" y="49362"/>
                  <a:pt x="44081" y="58145"/>
                  <a:pt x="44081" y="70208"/>
                </a:cubicBezTo>
                <a:lnTo>
                  <a:pt x="44081" y="144641"/>
                </a:lnTo>
                <a:cubicBezTo>
                  <a:pt x="44081" y="145975"/>
                  <a:pt x="43025" y="147031"/>
                  <a:pt x="41691" y="147031"/>
                </a:cubicBezTo>
                <a:lnTo>
                  <a:pt x="2390" y="147031"/>
                </a:lnTo>
                <a:cubicBezTo>
                  <a:pt x="1056" y="147031"/>
                  <a:pt x="0" y="145975"/>
                  <a:pt x="0" y="144641"/>
                </a:cubicBezTo>
                <a:close/>
              </a:path>
            </a:pathLst>
          </a:custGeom>
          <a:grp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8" name="手繪多邊形: 圖案 7">
            <a:extLst xmlns:a="http://schemas.openxmlformats.org/drawingml/2006/main">
              <a:ext uri="{FF2B5EF4-FFF2-40B4-BE49-F238E27FC236}">
                <a16:creationId xmlns:a16="http://schemas.microsoft.com/office/drawing/2014/main" id="{F791F0FA-3D2A-6EA8-A678-73A95BDED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48506" y="230445"/>
            <a:ext cx="64929" cy="118636"/>
          </a:xfrm>
          <a:custGeom xmlns:a="http://schemas.openxmlformats.org/drawingml/2006/main">
            <a:rect l="l" t="t" r="r" b="b"/>
            <a:pathLst>
              <a:path w="94555" h="172768">
                <a:moveTo>
                  <a:pt x="92165" y="25459"/>
                </a:moveTo>
                <a:lnTo>
                  <a:pt x="72265" y="25459"/>
                </a:lnTo>
                <a:cubicBezTo>
                  <a:pt x="71209" y="25459"/>
                  <a:pt x="70375" y="24626"/>
                  <a:pt x="70375" y="23569"/>
                </a:cubicBezTo>
                <a:lnTo>
                  <a:pt x="70375" y="2390"/>
                </a:lnTo>
                <a:cubicBezTo>
                  <a:pt x="70375" y="1056"/>
                  <a:pt x="69319" y="0"/>
                  <a:pt x="67984" y="0"/>
                </a:cubicBezTo>
                <a:lnTo>
                  <a:pt x="26571" y="0"/>
                </a:lnTo>
                <a:cubicBezTo>
                  <a:pt x="25237" y="0"/>
                  <a:pt x="24181" y="1056"/>
                  <a:pt x="24181" y="2390"/>
                </a:cubicBezTo>
                <a:lnTo>
                  <a:pt x="24181" y="23569"/>
                </a:lnTo>
                <a:cubicBezTo>
                  <a:pt x="24181" y="24626"/>
                  <a:pt x="23347" y="25459"/>
                  <a:pt x="22291" y="25459"/>
                </a:cubicBezTo>
                <a:lnTo>
                  <a:pt x="2390" y="25459"/>
                </a:lnTo>
                <a:cubicBezTo>
                  <a:pt x="1056" y="25459"/>
                  <a:pt x="0" y="26516"/>
                  <a:pt x="0" y="27850"/>
                </a:cubicBezTo>
                <a:lnTo>
                  <a:pt x="0" y="64260"/>
                </a:lnTo>
                <a:cubicBezTo>
                  <a:pt x="0" y="65594"/>
                  <a:pt x="1056" y="66650"/>
                  <a:pt x="2390" y="66650"/>
                </a:cubicBezTo>
                <a:lnTo>
                  <a:pt x="22291" y="66650"/>
                </a:lnTo>
                <a:cubicBezTo>
                  <a:pt x="23347" y="66650"/>
                  <a:pt x="24181" y="67484"/>
                  <a:pt x="24181" y="68540"/>
                </a:cubicBezTo>
                <a:lnTo>
                  <a:pt x="24181" y="170378"/>
                </a:lnTo>
                <a:cubicBezTo>
                  <a:pt x="24181" y="171712"/>
                  <a:pt x="25237" y="172768"/>
                  <a:pt x="26571" y="172768"/>
                </a:cubicBezTo>
                <a:lnTo>
                  <a:pt x="67984" y="172768"/>
                </a:lnTo>
                <a:cubicBezTo>
                  <a:pt x="69319" y="172768"/>
                  <a:pt x="70375" y="171712"/>
                  <a:pt x="70375" y="170378"/>
                </a:cubicBezTo>
                <a:lnTo>
                  <a:pt x="70375" y="68596"/>
                </a:lnTo>
                <a:cubicBezTo>
                  <a:pt x="70375" y="67540"/>
                  <a:pt x="71209" y="66706"/>
                  <a:pt x="72265" y="66706"/>
                </a:cubicBezTo>
                <a:lnTo>
                  <a:pt x="92165" y="66706"/>
                </a:lnTo>
                <a:cubicBezTo>
                  <a:pt x="93499" y="66706"/>
                  <a:pt x="94556" y="65650"/>
                  <a:pt x="94556" y="64316"/>
                </a:cubicBezTo>
                <a:lnTo>
                  <a:pt x="94556" y="27905"/>
                </a:lnTo>
                <a:cubicBezTo>
                  <a:pt x="94556" y="26571"/>
                  <a:pt x="93499" y="25515"/>
                  <a:pt x="92165" y="25515"/>
                </a:cubicBezTo>
                <a:close/>
              </a:path>
            </a:pathLst>
          </a:custGeom>
          <a:grp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9" name="手繪多邊形: 圖案 8">
            <a:extLst xmlns:a="http://schemas.openxmlformats.org/drawingml/2006/main">
              <a:ext uri="{FF2B5EF4-FFF2-40B4-BE49-F238E27FC236}">
                <a16:creationId xmlns:a16="http://schemas.microsoft.com/office/drawing/2014/main" id="{313CAB3E-8E49-4B1B-A765-96826F5FD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15642" y="248119"/>
            <a:ext cx="103223" cy="100962"/>
          </a:xfrm>
          <a:custGeom xmlns:a="http://schemas.openxmlformats.org/drawingml/2006/main">
            <a:rect l="l" t="t" r="r" b="b"/>
            <a:pathLst>
              <a:path w="150322" h="147030">
                <a:moveTo>
                  <a:pt x="109243" y="2390"/>
                </a:moveTo>
                <a:lnTo>
                  <a:pt x="109243" y="9506"/>
                </a:lnTo>
                <a:cubicBezTo>
                  <a:pt x="96846" y="2613"/>
                  <a:pt x="82227" y="-889"/>
                  <a:pt x="66773" y="500"/>
                </a:cubicBezTo>
                <a:cubicBezTo>
                  <a:pt x="31141" y="3669"/>
                  <a:pt x="2624" y="32741"/>
                  <a:pt x="178" y="68429"/>
                </a:cubicBezTo>
                <a:cubicBezTo>
                  <a:pt x="-2768" y="111343"/>
                  <a:pt x="31141" y="147031"/>
                  <a:pt x="73444" y="147031"/>
                </a:cubicBezTo>
                <a:cubicBezTo>
                  <a:pt x="86451" y="147031"/>
                  <a:pt x="98625" y="143640"/>
                  <a:pt x="109243" y="137748"/>
                </a:cubicBezTo>
                <a:lnTo>
                  <a:pt x="109243" y="144641"/>
                </a:lnTo>
                <a:cubicBezTo>
                  <a:pt x="109243" y="145975"/>
                  <a:pt x="110299" y="147031"/>
                  <a:pt x="111633" y="147031"/>
                </a:cubicBezTo>
                <a:lnTo>
                  <a:pt x="147932" y="147031"/>
                </a:lnTo>
                <a:cubicBezTo>
                  <a:pt x="149266" y="147031"/>
                  <a:pt x="150322" y="145975"/>
                  <a:pt x="150322" y="144641"/>
                </a:cubicBezTo>
                <a:lnTo>
                  <a:pt x="150322" y="2390"/>
                </a:lnTo>
                <a:cubicBezTo>
                  <a:pt x="150322" y="1056"/>
                  <a:pt x="149266" y="0"/>
                  <a:pt x="147932" y="0"/>
                </a:cubicBezTo>
                <a:lnTo>
                  <a:pt x="111633" y="0"/>
                </a:lnTo>
                <a:cubicBezTo>
                  <a:pt x="110299" y="0"/>
                  <a:pt x="109243" y="1056"/>
                  <a:pt x="109243" y="2390"/>
                </a:cubicBezTo>
                <a:close/>
                <a:moveTo>
                  <a:pt x="76724" y="105673"/>
                </a:moveTo>
                <a:cubicBezTo>
                  <a:pt x="56378" y="107730"/>
                  <a:pt x="39368" y="90720"/>
                  <a:pt x="41369" y="70319"/>
                </a:cubicBezTo>
                <a:cubicBezTo>
                  <a:pt x="42870" y="55255"/>
                  <a:pt x="55044" y="43081"/>
                  <a:pt x="70109" y="41580"/>
                </a:cubicBezTo>
                <a:cubicBezTo>
                  <a:pt x="90454" y="39523"/>
                  <a:pt x="107464" y="56533"/>
                  <a:pt x="105463" y="76879"/>
                </a:cubicBezTo>
                <a:cubicBezTo>
                  <a:pt x="103962" y="91943"/>
                  <a:pt x="91788" y="104172"/>
                  <a:pt x="76724" y="105673"/>
                </a:cubicBezTo>
                <a:close/>
              </a:path>
            </a:pathLst>
          </a:custGeom>
          <a:grp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10" name="手繪多邊形: 圖案 9">
            <a:extLst xmlns:a="http://schemas.openxmlformats.org/drawingml/2006/main">
              <a:ext uri="{FF2B5EF4-FFF2-40B4-BE49-F238E27FC236}">
                <a16:creationId xmlns:a16="http://schemas.microsoft.com/office/drawing/2014/main" id="{EDFAB0CA-9A16-3303-A4B4-AD1E294AE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28371" y="248081"/>
            <a:ext cx="71457" cy="101001"/>
          </a:xfrm>
          <a:custGeom xmlns:a="http://schemas.openxmlformats.org/drawingml/2006/main">
            <a:rect l="l" t="t" r="r" b="b"/>
            <a:pathLst>
              <a:path w="104061" h="147086">
                <a:moveTo>
                  <a:pt x="73321" y="167"/>
                </a:moveTo>
                <a:cubicBezTo>
                  <a:pt x="61759" y="167"/>
                  <a:pt x="50808" y="2835"/>
                  <a:pt x="41080" y="7616"/>
                </a:cubicBezTo>
                <a:lnTo>
                  <a:pt x="41080" y="2390"/>
                </a:lnTo>
                <a:cubicBezTo>
                  <a:pt x="41080" y="1056"/>
                  <a:pt x="40024" y="0"/>
                  <a:pt x="38689" y="0"/>
                </a:cubicBezTo>
                <a:lnTo>
                  <a:pt x="2390" y="0"/>
                </a:lnTo>
                <a:cubicBezTo>
                  <a:pt x="1056" y="0"/>
                  <a:pt x="0" y="1056"/>
                  <a:pt x="0" y="2390"/>
                </a:cubicBezTo>
                <a:lnTo>
                  <a:pt x="0" y="144696"/>
                </a:lnTo>
                <a:cubicBezTo>
                  <a:pt x="0" y="146030"/>
                  <a:pt x="1056" y="147086"/>
                  <a:pt x="2390" y="147086"/>
                </a:cubicBezTo>
                <a:lnTo>
                  <a:pt x="38689" y="147086"/>
                </a:lnTo>
                <a:cubicBezTo>
                  <a:pt x="40024" y="147086"/>
                  <a:pt x="41080" y="146030"/>
                  <a:pt x="41080" y="144696"/>
                </a:cubicBezTo>
                <a:lnTo>
                  <a:pt x="41080" y="65427"/>
                </a:lnTo>
                <a:cubicBezTo>
                  <a:pt x="41135" y="47639"/>
                  <a:pt x="60313" y="36021"/>
                  <a:pt x="85884" y="43915"/>
                </a:cubicBezTo>
                <a:lnTo>
                  <a:pt x="104061" y="6837"/>
                </a:lnTo>
                <a:cubicBezTo>
                  <a:pt x="94722" y="2557"/>
                  <a:pt x="84327" y="167"/>
                  <a:pt x="73376" y="167"/>
                </a:cubicBezTo>
                <a:close/>
              </a:path>
            </a:pathLst>
          </a:custGeom>
          <a:grp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11" name="手繪多邊形: 圖案 10">
            <a:extLst xmlns:a="http://schemas.openxmlformats.org/drawingml/2006/main">
              <a:ext uri="{FF2B5EF4-FFF2-40B4-BE49-F238E27FC236}">
                <a16:creationId xmlns:a16="http://schemas.microsoft.com/office/drawing/2014/main" id="{F98341F7-9E6A-49B1-3196-693228DF0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65531" y="248119"/>
            <a:ext cx="88939" cy="101001"/>
          </a:xfrm>
          <a:custGeom xmlns:a="http://schemas.openxmlformats.org/drawingml/2006/main">
            <a:rect l="l" t="t" r="r" b="b"/>
            <a:pathLst>
              <a:path w="129520" h="147086">
                <a:moveTo>
                  <a:pt x="0" y="144696"/>
                </a:moveTo>
                <a:lnTo>
                  <a:pt x="0" y="5948"/>
                </a:lnTo>
                <a:cubicBezTo>
                  <a:pt x="0" y="4614"/>
                  <a:pt x="1056" y="3558"/>
                  <a:pt x="2390" y="3558"/>
                </a:cubicBezTo>
                <a:lnTo>
                  <a:pt x="40969" y="3558"/>
                </a:lnTo>
                <a:cubicBezTo>
                  <a:pt x="42303" y="3558"/>
                  <a:pt x="43359" y="4614"/>
                  <a:pt x="43359" y="5948"/>
                </a:cubicBezTo>
                <a:lnTo>
                  <a:pt x="43359" y="23236"/>
                </a:lnTo>
                <a:cubicBezTo>
                  <a:pt x="48028" y="15398"/>
                  <a:pt x="53698" y="9561"/>
                  <a:pt x="60424" y="5726"/>
                </a:cubicBezTo>
                <a:cubicBezTo>
                  <a:pt x="67151" y="1890"/>
                  <a:pt x="75155" y="0"/>
                  <a:pt x="84439" y="0"/>
                </a:cubicBezTo>
                <a:cubicBezTo>
                  <a:pt x="100281" y="0"/>
                  <a:pt x="111788" y="4225"/>
                  <a:pt x="118848" y="12619"/>
                </a:cubicBezTo>
                <a:cubicBezTo>
                  <a:pt x="125963" y="21012"/>
                  <a:pt x="129521" y="34743"/>
                  <a:pt x="129521" y="53754"/>
                </a:cubicBezTo>
                <a:lnTo>
                  <a:pt x="129521" y="144696"/>
                </a:lnTo>
                <a:cubicBezTo>
                  <a:pt x="129521" y="146030"/>
                  <a:pt x="128464" y="147086"/>
                  <a:pt x="127130" y="147086"/>
                </a:cubicBezTo>
                <a:lnTo>
                  <a:pt x="87551" y="147086"/>
                </a:lnTo>
                <a:cubicBezTo>
                  <a:pt x="86217" y="147086"/>
                  <a:pt x="85161" y="146030"/>
                  <a:pt x="85161" y="144696"/>
                </a:cubicBezTo>
                <a:lnTo>
                  <a:pt x="85161" y="74877"/>
                </a:lnTo>
                <a:cubicBezTo>
                  <a:pt x="85161" y="57979"/>
                  <a:pt x="83827" y="47194"/>
                  <a:pt x="81159" y="42581"/>
                </a:cubicBezTo>
                <a:cubicBezTo>
                  <a:pt x="78491" y="37967"/>
                  <a:pt x="73599" y="35632"/>
                  <a:pt x="66484" y="35632"/>
                </a:cubicBezTo>
                <a:cubicBezTo>
                  <a:pt x="58701" y="35632"/>
                  <a:pt x="52976" y="38411"/>
                  <a:pt x="49418" y="43859"/>
                </a:cubicBezTo>
                <a:cubicBezTo>
                  <a:pt x="45860" y="49362"/>
                  <a:pt x="44081" y="58145"/>
                  <a:pt x="44081" y="70208"/>
                </a:cubicBezTo>
                <a:lnTo>
                  <a:pt x="44081" y="144641"/>
                </a:lnTo>
                <a:cubicBezTo>
                  <a:pt x="44081" y="145975"/>
                  <a:pt x="43025" y="147031"/>
                  <a:pt x="41691" y="147031"/>
                </a:cubicBezTo>
                <a:lnTo>
                  <a:pt x="2390" y="147031"/>
                </a:lnTo>
                <a:cubicBezTo>
                  <a:pt x="1056" y="147031"/>
                  <a:pt x="0" y="145975"/>
                  <a:pt x="0" y="144641"/>
                </a:cubicBezTo>
                <a:close/>
              </a:path>
            </a:pathLst>
          </a:custGeom>
          <a:grp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12" name="手繪多邊形: 圖案 11">
            <a:extLst xmlns:a="http://schemas.openxmlformats.org/drawingml/2006/main">
              <a:ext uri="{FF2B5EF4-FFF2-40B4-BE49-F238E27FC236}">
                <a16:creationId xmlns:a16="http://schemas.microsoft.com/office/drawing/2014/main" id="{4934BB63-0AB7-C7AE-5731-CF2E91CE1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56973" y="248280"/>
            <a:ext cx="100748" cy="100754"/>
          </a:xfrm>
          <a:custGeom xmlns:a="http://schemas.openxmlformats.org/drawingml/2006/main">
            <a:rect l="l" t="t" r="r" b="b"/>
            <a:pathLst>
              <a:path w="146717" h="146727">
                <a:moveTo>
                  <a:pt x="77195" y="98"/>
                </a:moveTo>
                <a:cubicBezTo>
                  <a:pt x="33669" y="-2125"/>
                  <a:pt x="-2074" y="33674"/>
                  <a:pt x="94" y="77199"/>
                </a:cubicBezTo>
                <a:cubicBezTo>
                  <a:pt x="1984" y="114499"/>
                  <a:pt x="32279" y="144739"/>
                  <a:pt x="69523" y="146629"/>
                </a:cubicBezTo>
                <a:cubicBezTo>
                  <a:pt x="113049" y="148852"/>
                  <a:pt x="148792" y="113054"/>
                  <a:pt x="146624" y="69528"/>
                </a:cubicBezTo>
                <a:cubicBezTo>
                  <a:pt x="144734" y="32228"/>
                  <a:pt x="114439" y="1988"/>
                  <a:pt x="77195" y="98"/>
                </a:cubicBezTo>
                <a:close/>
                <a:moveTo>
                  <a:pt x="77306" y="105716"/>
                </a:moveTo>
                <a:cubicBezTo>
                  <a:pt x="56905" y="107717"/>
                  <a:pt x="39950" y="90763"/>
                  <a:pt x="41952" y="70362"/>
                </a:cubicBezTo>
                <a:cubicBezTo>
                  <a:pt x="43453" y="55297"/>
                  <a:pt x="55626" y="43068"/>
                  <a:pt x="70746" y="41567"/>
                </a:cubicBezTo>
                <a:cubicBezTo>
                  <a:pt x="91147" y="39566"/>
                  <a:pt x="108102" y="56520"/>
                  <a:pt x="106100" y="76921"/>
                </a:cubicBezTo>
                <a:cubicBezTo>
                  <a:pt x="104600" y="91986"/>
                  <a:pt x="92426" y="104215"/>
                  <a:pt x="77306" y="105716"/>
                </a:cubicBezTo>
                <a:close/>
              </a:path>
            </a:pathLst>
          </a:custGeom>
          <a:grp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14" name="內容版面配置區 20">
            <a:extLst xmlns:a="http://schemas.openxmlformats.org/drawingml/2006/main">
              <a:ext uri="{FF2B5EF4-FFF2-40B4-BE49-F238E27FC236}">
                <a16:creationId xmlns:a16="http://schemas.microsoft.com/office/drawing/2014/main" id="{86793429-E52D-409F-BE00-70DBB794190F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192854" y="841773"/>
            <a:ext cx="8761837" cy="3963372"/>
          </a:xfrm>
        </p:spPr>
        <p:txBody>
          <a:bodyPr xmlns:a="http://schemas.openxmlformats.org/drawingml/2006/main" lIns="36000">
            <a:normAutofit/>
          </a:bodyPr>
          <a:lstStyle xmlns:a="http://schemas.openxmlformats.org/drawingml/2006/main">
            <a:lvl1pPr>
              <a:buNone/>
              <a:defRPr sz="16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lt"/>
                <a:cs typeface="+mn-lt"/>
              </a:defRPr>
            </a:lvl1pPr>
            <a:lvl2pPr>
              <a:buNone/>
              <a:defRPr sz="14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lt"/>
                <a:cs typeface="+mn-lt"/>
              </a:defRPr>
            </a:lvl2pPr>
            <a:lvl3pPr>
              <a:buNone/>
              <a:defRPr sz="14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lt"/>
                <a:cs typeface="+mn-lt"/>
              </a:defRPr>
            </a:lvl3pPr>
            <a:lvl4pPr>
              <a:buNone/>
              <a:defRPr sz="11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lt"/>
                <a:cs typeface="+mn-lt"/>
              </a:defRPr>
            </a:lvl4pPr>
            <a:lvl5pPr>
              <a:buNone/>
              <a:defRPr sz="11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lt"/>
                <a:cs typeface="+mn-lt"/>
              </a:defRPr>
            </a:lvl5pPr>
          </a:lstStyle>
          <a:p xmlns:a="http://schemas.openxmlformats.org/drawingml/2006/main">
            <a:pPr>
              <a:buNone/>
            </a:pPr>
            <a:r>
              <a:t>按一下以編輯母片文字樣式</a:t>
            </a:r>
          </a:p>
          <a:p xmlns:a="http://schemas.openxmlformats.org/drawingml/2006/main">
            <a:pPr>
              <a:buNone/>
            </a:pPr>
            <a:r>
              <a:t>第二層</a:t>
            </a:r>
          </a:p>
          <a:p xmlns:a="http://schemas.openxmlformats.org/drawingml/2006/main">
            <a:pPr>
              <a:buNone/>
            </a:pPr>
            <a:r>
              <a:t>第三層</a:t>
            </a:r>
          </a:p>
          <a:p xmlns:a="http://schemas.openxmlformats.org/drawingml/2006/main">
            <a:pPr>
              <a:buNone/>
            </a:pPr>
            <a:r>
              <a:t>第四層</a:t>
            </a:r>
          </a:p>
          <a:p xmlns:a="http://schemas.openxmlformats.org/drawingml/2006/main">
            <a:pPr>
              <a:buNone/>
            </a:pPr>
            <a:r>
              <a:t>第五層</a:t>
            </a:r>
          </a:p>
        </p:txBody>
      </p:sp>
      <p:sp>
        <p:nvSpPr>
          <p:cNvPr id="32" name="矩形 31">
            <a:extLst xmlns:a="http://schemas.openxmlformats.org/drawingml/2006/main">
              <a:ext uri="{FF2B5EF4-FFF2-40B4-BE49-F238E27FC236}">
                <a16:creationId xmlns:a16="http://schemas.microsoft.com/office/drawing/2014/main" id="{A7D72995-4DE1-50BA-3791-D3F6089A8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" y="215041"/>
            <a:ext cx="90774" cy="489602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6" name="文字方塊 15">
            <a:extLst xmlns:a="http://schemas.openxmlformats.org/drawingml/2006/main">
              <a:ext uri="{FF2B5EF4-FFF2-40B4-BE49-F238E27FC236}">
                <a16:creationId xmlns:a16="http://schemas.microsoft.com/office/drawing/2014/main" id="{D3855B8F-FD56-5493-53BA-9BEA4C8E3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3945" y="4843722"/>
            <a:ext cx="318579" cy="216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fld id="{C369430E-4B83-46E7-B3D7-8B8ED6213D7E}" type="slidenum">
              <a:rPr sz="750">
                <a:solidFill>
                  <a:schemeClr val="bg1"/>
                </a:solidFill>
                <a:latin typeface="+mn-lt"/>
                <a:ea typeface="+mn-lt"/>
                <a:cs typeface="+mn-lt"/>
              </a:rPr>
              <a:t>‹#›</a:t>
            </a:fld>
          </a:p>
        </p:txBody>
      </p:sp>
      <p:sp>
        <p:nvSpPr>
          <p:cNvPr id="3" name="文字方塊 2">
            <a:extLst xmlns:a="http://schemas.openxmlformats.org/drawingml/2006/main">
              <a:ext uri="{FF2B5EF4-FFF2-40B4-BE49-F238E27FC236}">
                <a16:creationId xmlns:a16="http://schemas.microsoft.com/office/drawing/2014/main" id="{B8C2DC5A-3AC4-DC00-EF78-B99200468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5689" y="4882300"/>
            <a:ext cx="2703022" cy="16158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50">
                <a:solidFill>
                  <a:schemeClr val="tx1"/>
                </a:solidFill>
                <a:latin typeface="+mn-lt"/>
                <a:ea typeface="+mn-lt"/>
                <a:cs typeface="+mn-lt"/>
              </a:rPr>
              <a:t>[ Confidential ]   [ Security P ]   © </a:t>
            </a:r>
            <a:fld id="{507DB48C-140F-478A-84DB-5E1F8C46EB30}" type="datetimeyyyy">
              <a:rPr sz="450">
                <a:solidFill>
                  <a:schemeClr val="tx1"/>
                </a:solidFill>
                <a:latin typeface="+mn-lt"/>
                <a:ea typeface="+mn-lt"/>
                <a:cs typeface="+mn-lt"/>
              </a:rPr>
              <a:t>2026</a:t>
            </a:fld>
            <a:r>
              <a:rPr sz="450">
                <a:solidFill>
                  <a:schemeClr val="tx1"/>
                </a:solidFill>
                <a:latin typeface="+mn-lt"/>
                <a:ea typeface="+mn-lt"/>
                <a:cs typeface="+mn-lt"/>
              </a:rPr>
              <a:t> Ennostar Inc. &amp; Ennostar Corp. All Rights Reserved.</a:t>
            </a:r>
          </a:p>
        </p:txBody>
      </p:sp>
    </p:spTree>
  </p:cSld>
</p:sldLayout>
</file>

<file path=ppt/slideLayouts/slideLayout3.xml><?xml version="1.0" encoding="utf-8"?>
<p:sldLayout xmlns:p="http://schemas.openxmlformats.org/presentationml/2006/main" preserve="1" userDrawn="1">
  <p:cSld name="2_標題及內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3A4F3AE4-856A-5163-E627-6D01F6F54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8710" y="4882300"/>
            <a:ext cx="555290" cy="138845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" name="標題 1">
            <a:extLst xmlns:a="http://schemas.openxmlformats.org/drawingml/2006/main">
              <a:ext uri="{FF2B5EF4-FFF2-40B4-BE49-F238E27FC236}">
                <a16:creationId xmlns:a16="http://schemas.microsoft.com/office/drawing/2014/main" id="{AEBB7CB2-1955-D989-E545-7BF83BF7CF4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81560" y="224043"/>
            <a:ext cx="7876108" cy="480600"/>
          </a:xfrm>
        </p:spPr>
        <p:txBody>
          <a:bodyPr xmlns:a="http://schemas.openxmlformats.org/drawingml/2006/main" lIns="0">
            <a:normAutofit/>
          </a:bodyPr>
          <a:lstStyle xmlns:a="http://schemas.openxmlformats.org/drawingml/2006/main">
            <a:lvl1pPr>
              <a:buNone/>
              <a:defRPr sz="24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r>
              <a:t>按一下以編輯母片標題樣式</a:t>
            </a:r>
          </a:p>
        </p:txBody>
      </p:sp>
      <p:sp>
        <p:nvSpPr>
          <p:cNvPr id="33" name="矩形 32">
            <a:extLst xmlns:a="http://schemas.openxmlformats.org/drawingml/2006/main">
              <a:ext uri="{FF2B5EF4-FFF2-40B4-BE49-F238E27FC236}">
                <a16:creationId xmlns:a16="http://schemas.microsoft.com/office/drawing/2014/main" id="{E0D9EC2D-1B5D-DDD1-D251-5D5AFEBF2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" y="-2926"/>
            <a:ext cx="90776" cy="273471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內容版面配置區 20">
            <a:extLst xmlns:a="http://schemas.openxmlformats.org/drawingml/2006/main">
              <a:ext uri="{FF2B5EF4-FFF2-40B4-BE49-F238E27FC236}">
                <a16:creationId xmlns:a16="http://schemas.microsoft.com/office/drawing/2014/main" id="{86793429-E52D-409F-BE00-70DBB794190F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192854" y="841773"/>
            <a:ext cx="8761837" cy="3963372"/>
          </a:xfrm>
        </p:spPr>
        <p:txBody>
          <a:bodyPr xmlns:a="http://schemas.openxmlformats.org/drawingml/2006/main" lIns="36000">
            <a:normAutofit/>
          </a:bodyPr>
          <a:lstStyle xmlns:a="http://schemas.openxmlformats.org/drawingml/2006/main">
            <a:lvl1pPr>
              <a:buNone/>
              <a:defRPr sz="16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lt"/>
                <a:cs typeface="+mn-lt"/>
              </a:defRPr>
            </a:lvl1pPr>
            <a:lvl2pPr>
              <a:buNone/>
              <a:defRPr sz="14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lt"/>
                <a:cs typeface="+mn-lt"/>
              </a:defRPr>
            </a:lvl2pPr>
            <a:lvl3pPr>
              <a:buNone/>
              <a:defRPr sz="14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lt"/>
                <a:cs typeface="+mn-lt"/>
              </a:defRPr>
            </a:lvl3pPr>
            <a:lvl4pPr>
              <a:buNone/>
              <a:defRPr sz="11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lt"/>
                <a:cs typeface="+mn-lt"/>
              </a:defRPr>
            </a:lvl4pPr>
            <a:lvl5pPr>
              <a:buNone/>
              <a:defRPr sz="11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lt"/>
                <a:cs typeface="+mn-lt"/>
              </a:defRPr>
            </a:lvl5pPr>
          </a:lstStyle>
          <a:p xmlns:a="http://schemas.openxmlformats.org/drawingml/2006/main">
            <a:pPr>
              <a:buNone/>
            </a:pPr>
            <a:r>
              <a:t>按一下以編輯母片文字樣式</a:t>
            </a:r>
          </a:p>
          <a:p xmlns:a="http://schemas.openxmlformats.org/drawingml/2006/main">
            <a:pPr>
              <a:buNone/>
            </a:pPr>
            <a:r>
              <a:t>第二層</a:t>
            </a:r>
          </a:p>
          <a:p xmlns:a="http://schemas.openxmlformats.org/drawingml/2006/main">
            <a:pPr>
              <a:buNone/>
            </a:pPr>
            <a:r>
              <a:t>第三層</a:t>
            </a:r>
          </a:p>
          <a:p xmlns:a="http://schemas.openxmlformats.org/drawingml/2006/main">
            <a:pPr>
              <a:buNone/>
            </a:pPr>
            <a:r>
              <a:t>第四層</a:t>
            </a:r>
          </a:p>
          <a:p xmlns:a="http://schemas.openxmlformats.org/drawingml/2006/main">
            <a:pPr>
              <a:buNone/>
            </a:pPr>
            <a:r>
              <a:t>第五層</a:t>
            </a:r>
          </a:p>
        </p:txBody>
      </p:sp>
      <p:sp>
        <p:nvSpPr>
          <p:cNvPr id="32" name="矩形 31">
            <a:extLst xmlns:a="http://schemas.openxmlformats.org/drawingml/2006/main">
              <a:ext uri="{FF2B5EF4-FFF2-40B4-BE49-F238E27FC236}">
                <a16:creationId xmlns:a16="http://schemas.microsoft.com/office/drawing/2014/main" id="{A7D72995-4DE1-50BA-3791-D3F6089A8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" y="215041"/>
            <a:ext cx="90774" cy="489602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6" name="文字方塊 15">
            <a:extLst xmlns:a="http://schemas.openxmlformats.org/drawingml/2006/main">
              <a:ext uri="{FF2B5EF4-FFF2-40B4-BE49-F238E27FC236}">
                <a16:creationId xmlns:a16="http://schemas.microsoft.com/office/drawing/2014/main" id="{D3855B8F-FD56-5493-53BA-9BEA4C8E3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3945" y="4843722"/>
            <a:ext cx="318579" cy="216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fld id="{C369430E-4B83-46E7-B3D7-8B8ED6213D7E}" type="slidenum">
              <a:rPr sz="750">
                <a:solidFill>
                  <a:schemeClr val="bg1"/>
                </a:solidFill>
                <a:latin typeface="+mn-lt"/>
                <a:ea typeface="+mn-lt"/>
                <a:cs typeface="+mn-lt"/>
              </a:rPr>
              <a:t>‹#›</a:t>
            </a:fld>
          </a:p>
        </p:txBody>
      </p:sp>
      <p:sp>
        <p:nvSpPr>
          <p:cNvPr id="3" name="文字方塊 2">
            <a:extLst xmlns:a="http://schemas.openxmlformats.org/drawingml/2006/main">
              <a:ext uri="{FF2B5EF4-FFF2-40B4-BE49-F238E27FC236}">
                <a16:creationId xmlns:a16="http://schemas.microsoft.com/office/drawing/2014/main" id="{B2DE94A3-8D80-D68B-3D16-B4CD87013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5689" y="4882300"/>
            <a:ext cx="2703022" cy="16158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50">
                <a:solidFill>
                  <a:schemeClr val="tx1"/>
                </a:solidFill>
                <a:latin typeface="+mn-lt"/>
                <a:ea typeface="+mn-lt"/>
                <a:cs typeface="+mn-lt"/>
              </a:rPr>
              <a:t>[ Confidential ]   [ Security P ]   © </a:t>
            </a:r>
            <a:fld id="{507DB48C-140F-478A-84DB-5E1F8C46EB30}" type="datetimeyyyy">
              <a:rPr sz="450">
                <a:solidFill>
                  <a:schemeClr val="tx1"/>
                </a:solidFill>
                <a:latin typeface="+mn-lt"/>
                <a:ea typeface="+mn-lt"/>
                <a:cs typeface="+mn-lt"/>
              </a:rPr>
              <a:t>2026</a:t>
            </a:fld>
            <a:r>
              <a:rPr sz="450">
                <a:solidFill>
                  <a:schemeClr val="tx1"/>
                </a:solidFill>
                <a:latin typeface="+mn-lt"/>
                <a:ea typeface="+mn-lt"/>
                <a:cs typeface="+mn-lt"/>
              </a:rPr>
              <a:t> Ennostar Inc. &amp; Ennostar Corp. All Rights Reserved.</a:t>
            </a:r>
          </a:p>
        </p:txBody>
      </p:sp>
      <p:sp>
        <p:nvSpPr>
          <p:cNvPr id="15" name="手繪多邊形: 圖案 14">
            <a:extLst xmlns:a="http://schemas.openxmlformats.org/drawingml/2006/main">
              <a:ext uri="{FF2B5EF4-FFF2-40B4-BE49-F238E27FC236}">
                <a16:creationId xmlns:a16="http://schemas.microsoft.com/office/drawing/2014/main" id="{844D30BA-A527-81A0-485F-BE1328BC9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61704" y="247508"/>
            <a:ext cx="85847" cy="101382"/>
          </a:xfrm>
          <a:custGeom xmlns:a="http://schemas.openxmlformats.org/drawingml/2006/main">
            <a:rect l="l" t="t" r="r" b="b"/>
            <a:pathLst>
              <a:path w="125017" h="147642">
                <a:moveTo>
                  <a:pt x="72709" y="57089"/>
                </a:moveTo>
                <a:cubicBezTo>
                  <a:pt x="62092" y="54476"/>
                  <a:pt x="53031" y="52197"/>
                  <a:pt x="49307" y="50141"/>
                </a:cubicBezTo>
                <a:cubicBezTo>
                  <a:pt x="45582" y="48139"/>
                  <a:pt x="43692" y="45416"/>
                  <a:pt x="43692" y="42080"/>
                </a:cubicBezTo>
                <a:cubicBezTo>
                  <a:pt x="43692" y="38745"/>
                  <a:pt x="45193" y="35743"/>
                  <a:pt x="48195" y="33575"/>
                </a:cubicBezTo>
                <a:cubicBezTo>
                  <a:pt x="51197" y="31407"/>
                  <a:pt x="55088" y="30296"/>
                  <a:pt x="59813" y="30296"/>
                </a:cubicBezTo>
                <a:cubicBezTo>
                  <a:pt x="64260" y="30296"/>
                  <a:pt x="67929" y="31296"/>
                  <a:pt x="70764" y="33242"/>
                </a:cubicBezTo>
                <a:cubicBezTo>
                  <a:pt x="73599" y="35187"/>
                  <a:pt x="75544" y="38134"/>
                  <a:pt x="76545" y="42025"/>
                </a:cubicBezTo>
                <a:lnTo>
                  <a:pt x="117069" y="42025"/>
                </a:lnTo>
                <a:cubicBezTo>
                  <a:pt x="116179" y="30073"/>
                  <a:pt x="110343" y="20123"/>
                  <a:pt x="99614" y="12063"/>
                </a:cubicBezTo>
                <a:cubicBezTo>
                  <a:pt x="88886" y="4002"/>
                  <a:pt x="75989" y="0"/>
                  <a:pt x="61036" y="0"/>
                </a:cubicBezTo>
                <a:cubicBezTo>
                  <a:pt x="43915" y="0"/>
                  <a:pt x="29906" y="4058"/>
                  <a:pt x="18956" y="12174"/>
                </a:cubicBezTo>
                <a:cubicBezTo>
                  <a:pt x="8005" y="20290"/>
                  <a:pt x="2557" y="30740"/>
                  <a:pt x="2557" y="43581"/>
                </a:cubicBezTo>
                <a:cubicBezTo>
                  <a:pt x="2557" y="54365"/>
                  <a:pt x="8505" y="63037"/>
                  <a:pt x="16676" y="69652"/>
                </a:cubicBezTo>
                <a:cubicBezTo>
                  <a:pt x="24959" y="76323"/>
                  <a:pt x="38689" y="81993"/>
                  <a:pt x="57867" y="86718"/>
                </a:cubicBezTo>
                <a:cubicBezTo>
                  <a:pt x="67373" y="89052"/>
                  <a:pt x="73821" y="91443"/>
                  <a:pt x="77156" y="93777"/>
                </a:cubicBezTo>
                <a:cubicBezTo>
                  <a:pt x="80436" y="96112"/>
                  <a:pt x="83938" y="99447"/>
                  <a:pt x="83938" y="103783"/>
                </a:cubicBezTo>
                <a:cubicBezTo>
                  <a:pt x="83938" y="107786"/>
                  <a:pt x="82104" y="111010"/>
                  <a:pt x="78491" y="113511"/>
                </a:cubicBezTo>
                <a:cubicBezTo>
                  <a:pt x="74822" y="116013"/>
                  <a:pt x="70208" y="117291"/>
                  <a:pt x="64538" y="117291"/>
                </a:cubicBezTo>
                <a:cubicBezTo>
                  <a:pt x="58590" y="117291"/>
                  <a:pt x="53698" y="115790"/>
                  <a:pt x="49974" y="112733"/>
                </a:cubicBezTo>
                <a:cubicBezTo>
                  <a:pt x="46249" y="109676"/>
                  <a:pt x="43748" y="105229"/>
                  <a:pt x="42525" y="99392"/>
                </a:cubicBezTo>
                <a:lnTo>
                  <a:pt x="0" y="99392"/>
                </a:lnTo>
                <a:cubicBezTo>
                  <a:pt x="834" y="113734"/>
                  <a:pt x="7115" y="125407"/>
                  <a:pt x="18900" y="134301"/>
                </a:cubicBezTo>
                <a:cubicBezTo>
                  <a:pt x="30685" y="143195"/>
                  <a:pt x="45638" y="147642"/>
                  <a:pt x="63815" y="147642"/>
                </a:cubicBezTo>
                <a:cubicBezTo>
                  <a:pt x="81993" y="147642"/>
                  <a:pt x="96446" y="143251"/>
                  <a:pt x="107841" y="134412"/>
                </a:cubicBezTo>
                <a:cubicBezTo>
                  <a:pt x="119292" y="125629"/>
                  <a:pt x="125018" y="114234"/>
                  <a:pt x="125018" y="100392"/>
                </a:cubicBezTo>
                <a:cubicBezTo>
                  <a:pt x="125018" y="89330"/>
                  <a:pt x="119348" y="80492"/>
                  <a:pt x="111677" y="73821"/>
                </a:cubicBezTo>
                <a:cubicBezTo>
                  <a:pt x="103894" y="67151"/>
                  <a:pt x="90942" y="61592"/>
                  <a:pt x="72821" y="57145"/>
                </a:cubicBezTo>
                <a:close/>
              </a:path>
            </a:pathLst>
          </a:custGeom>
          <a:grp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18" name="手繪多邊形: 圖案 17">
            <a:extLst xmlns:a="http://schemas.openxmlformats.org/drawingml/2006/main">
              <a:ext uri="{FF2B5EF4-FFF2-40B4-BE49-F238E27FC236}">
                <a16:creationId xmlns:a16="http://schemas.microsoft.com/office/drawing/2014/main" id="{077362FD-2310-314B-027B-D8E03B472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68308" y="221170"/>
            <a:ext cx="87756" cy="127912"/>
          </a:xfrm>
          <a:custGeom xmlns:a="http://schemas.openxmlformats.org/drawingml/2006/main">
            <a:rect l="l" t="t" r="r" b="b"/>
            <a:pathLst>
              <a:path w="127797" h="186276">
                <a:moveTo>
                  <a:pt x="0" y="183941"/>
                </a:moveTo>
                <a:lnTo>
                  <a:pt x="0" y="2390"/>
                </a:lnTo>
                <a:cubicBezTo>
                  <a:pt x="0" y="1056"/>
                  <a:pt x="1056" y="0"/>
                  <a:pt x="2390" y="0"/>
                </a:cubicBezTo>
                <a:lnTo>
                  <a:pt x="125407" y="0"/>
                </a:lnTo>
                <a:cubicBezTo>
                  <a:pt x="126741" y="0"/>
                  <a:pt x="127797" y="1056"/>
                  <a:pt x="127797" y="2390"/>
                </a:cubicBezTo>
                <a:lnTo>
                  <a:pt x="127797" y="36410"/>
                </a:lnTo>
                <a:cubicBezTo>
                  <a:pt x="127797" y="37744"/>
                  <a:pt x="126741" y="38801"/>
                  <a:pt x="125407" y="38801"/>
                </a:cubicBezTo>
                <a:lnTo>
                  <a:pt x="48139" y="38801"/>
                </a:lnTo>
                <a:cubicBezTo>
                  <a:pt x="46805" y="38801"/>
                  <a:pt x="45749" y="39857"/>
                  <a:pt x="45749" y="41191"/>
                </a:cubicBezTo>
                <a:lnTo>
                  <a:pt x="45749" y="66761"/>
                </a:lnTo>
                <a:cubicBezTo>
                  <a:pt x="45749" y="68096"/>
                  <a:pt x="46805" y="69152"/>
                  <a:pt x="48139" y="69152"/>
                </a:cubicBezTo>
                <a:lnTo>
                  <a:pt x="125407" y="69152"/>
                </a:lnTo>
                <a:cubicBezTo>
                  <a:pt x="126741" y="69152"/>
                  <a:pt x="127797" y="70208"/>
                  <a:pt x="127797" y="71542"/>
                </a:cubicBezTo>
                <a:lnTo>
                  <a:pt x="127797" y="104673"/>
                </a:lnTo>
                <a:cubicBezTo>
                  <a:pt x="127797" y="106007"/>
                  <a:pt x="126741" y="107063"/>
                  <a:pt x="125407" y="107063"/>
                </a:cubicBezTo>
                <a:lnTo>
                  <a:pt x="48139" y="107063"/>
                </a:lnTo>
                <a:cubicBezTo>
                  <a:pt x="46805" y="107063"/>
                  <a:pt x="45749" y="108119"/>
                  <a:pt x="45749" y="109453"/>
                </a:cubicBezTo>
                <a:lnTo>
                  <a:pt x="45749" y="145196"/>
                </a:lnTo>
                <a:cubicBezTo>
                  <a:pt x="45749" y="146531"/>
                  <a:pt x="46805" y="147587"/>
                  <a:pt x="48139" y="147587"/>
                </a:cubicBezTo>
                <a:lnTo>
                  <a:pt x="125407" y="147587"/>
                </a:lnTo>
                <a:cubicBezTo>
                  <a:pt x="126741" y="147587"/>
                  <a:pt x="127797" y="148643"/>
                  <a:pt x="127797" y="149977"/>
                </a:cubicBezTo>
                <a:lnTo>
                  <a:pt x="127797" y="183886"/>
                </a:lnTo>
                <a:cubicBezTo>
                  <a:pt x="127797" y="185220"/>
                  <a:pt x="126741" y="186276"/>
                  <a:pt x="125407" y="186276"/>
                </a:cubicBezTo>
                <a:lnTo>
                  <a:pt x="2390" y="186276"/>
                </a:lnTo>
                <a:cubicBezTo>
                  <a:pt x="1056" y="186276"/>
                  <a:pt x="0" y="185220"/>
                  <a:pt x="0" y="183886"/>
                </a:cubicBezTo>
                <a:close/>
              </a:path>
            </a:pathLst>
          </a:custGeom>
          <a:grp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19" name="手繪多邊形: 圖案 18">
            <a:extLst xmlns:a="http://schemas.openxmlformats.org/drawingml/2006/main">
              <a:ext uri="{FF2B5EF4-FFF2-40B4-BE49-F238E27FC236}">
                <a16:creationId xmlns:a16="http://schemas.microsoft.com/office/drawing/2014/main" id="{7A613C8A-8C2A-1523-0AA8-BB262551A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63975" y="248119"/>
            <a:ext cx="88939" cy="101001"/>
          </a:xfrm>
          <a:custGeom xmlns:a="http://schemas.openxmlformats.org/drawingml/2006/main">
            <a:rect l="l" t="t" r="r" b="b"/>
            <a:pathLst>
              <a:path w="129520" h="147086">
                <a:moveTo>
                  <a:pt x="0" y="144696"/>
                </a:moveTo>
                <a:lnTo>
                  <a:pt x="0" y="5948"/>
                </a:lnTo>
                <a:cubicBezTo>
                  <a:pt x="0" y="4614"/>
                  <a:pt x="1056" y="3558"/>
                  <a:pt x="2390" y="3558"/>
                </a:cubicBezTo>
                <a:lnTo>
                  <a:pt x="40969" y="3558"/>
                </a:lnTo>
                <a:cubicBezTo>
                  <a:pt x="42303" y="3558"/>
                  <a:pt x="43359" y="4614"/>
                  <a:pt x="43359" y="5948"/>
                </a:cubicBezTo>
                <a:lnTo>
                  <a:pt x="43359" y="23236"/>
                </a:lnTo>
                <a:cubicBezTo>
                  <a:pt x="48028" y="15398"/>
                  <a:pt x="53698" y="9561"/>
                  <a:pt x="60424" y="5726"/>
                </a:cubicBezTo>
                <a:cubicBezTo>
                  <a:pt x="67151" y="1890"/>
                  <a:pt x="75155" y="0"/>
                  <a:pt x="84439" y="0"/>
                </a:cubicBezTo>
                <a:cubicBezTo>
                  <a:pt x="100281" y="0"/>
                  <a:pt x="111788" y="4225"/>
                  <a:pt x="118848" y="12619"/>
                </a:cubicBezTo>
                <a:cubicBezTo>
                  <a:pt x="125963" y="21012"/>
                  <a:pt x="129521" y="34743"/>
                  <a:pt x="129521" y="53754"/>
                </a:cubicBezTo>
                <a:lnTo>
                  <a:pt x="129521" y="144696"/>
                </a:lnTo>
                <a:cubicBezTo>
                  <a:pt x="129521" y="146030"/>
                  <a:pt x="128464" y="147086"/>
                  <a:pt x="127130" y="147086"/>
                </a:cubicBezTo>
                <a:lnTo>
                  <a:pt x="87551" y="147086"/>
                </a:lnTo>
                <a:cubicBezTo>
                  <a:pt x="86217" y="147086"/>
                  <a:pt x="85161" y="146030"/>
                  <a:pt x="85161" y="144696"/>
                </a:cubicBezTo>
                <a:lnTo>
                  <a:pt x="85161" y="74877"/>
                </a:lnTo>
                <a:cubicBezTo>
                  <a:pt x="85161" y="57979"/>
                  <a:pt x="83827" y="47194"/>
                  <a:pt x="81159" y="42581"/>
                </a:cubicBezTo>
                <a:cubicBezTo>
                  <a:pt x="78491" y="37967"/>
                  <a:pt x="73599" y="35632"/>
                  <a:pt x="66484" y="35632"/>
                </a:cubicBezTo>
                <a:cubicBezTo>
                  <a:pt x="58701" y="35632"/>
                  <a:pt x="52976" y="38411"/>
                  <a:pt x="49418" y="43859"/>
                </a:cubicBezTo>
                <a:cubicBezTo>
                  <a:pt x="45860" y="49362"/>
                  <a:pt x="44081" y="58145"/>
                  <a:pt x="44081" y="70208"/>
                </a:cubicBezTo>
                <a:lnTo>
                  <a:pt x="44081" y="144641"/>
                </a:lnTo>
                <a:cubicBezTo>
                  <a:pt x="44081" y="145975"/>
                  <a:pt x="43025" y="147031"/>
                  <a:pt x="41691" y="147031"/>
                </a:cubicBezTo>
                <a:lnTo>
                  <a:pt x="2390" y="147031"/>
                </a:lnTo>
                <a:cubicBezTo>
                  <a:pt x="1056" y="147031"/>
                  <a:pt x="0" y="145975"/>
                  <a:pt x="0" y="144641"/>
                </a:cubicBezTo>
                <a:close/>
              </a:path>
            </a:pathLst>
          </a:custGeom>
          <a:grp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20" name="手繪多邊形: 圖案 19">
            <a:extLst xmlns:a="http://schemas.openxmlformats.org/drawingml/2006/main">
              <a:ext uri="{FF2B5EF4-FFF2-40B4-BE49-F238E27FC236}">
                <a16:creationId xmlns:a16="http://schemas.microsoft.com/office/drawing/2014/main" id="{34D52C2B-D04A-6EDC-7FCF-F840968EC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48506" y="230445"/>
            <a:ext cx="64929" cy="118636"/>
          </a:xfrm>
          <a:custGeom xmlns:a="http://schemas.openxmlformats.org/drawingml/2006/main">
            <a:rect l="l" t="t" r="r" b="b"/>
            <a:pathLst>
              <a:path w="94555" h="172768">
                <a:moveTo>
                  <a:pt x="92165" y="25459"/>
                </a:moveTo>
                <a:lnTo>
                  <a:pt x="72265" y="25459"/>
                </a:lnTo>
                <a:cubicBezTo>
                  <a:pt x="71209" y="25459"/>
                  <a:pt x="70375" y="24626"/>
                  <a:pt x="70375" y="23569"/>
                </a:cubicBezTo>
                <a:lnTo>
                  <a:pt x="70375" y="2390"/>
                </a:lnTo>
                <a:cubicBezTo>
                  <a:pt x="70375" y="1056"/>
                  <a:pt x="69319" y="0"/>
                  <a:pt x="67984" y="0"/>
                </a:cubicBezTo>
                <a:lnTo>
                  <a:pt x="26571" y="0"/>
                </a:lnTo>
                <a:cubicBezTo>
                  <a:pt x="25237" y="0"/>
                  <a:pt x="24181" y="1056"/>
                  <a:pt x="24181" y="2390"/>
                </a:cubicBezTo>
                <a:lnTo>
                  <a:pt x="24181" y="23569"/>
                </a:lnTo>
                <a:cubicBezTo>
                  <a:pt x="24181" y="24626"/>
                  <a:pt x="23347" y="25459"/>
                  <a:pt x="22291" y="25459"/>
                </a:cubicBezTo>
                <a:lnTo>
                  <a:pt x="2390" y="25459"/>
                </a:lnTo>
                <a:cubicBezTo>
                  <a:pt x="1056" y="25459"/>
                  <a:pt x="0" y="26516"/>
                  <a:pt x="0" y="27850"/>
                </a:cubicBezTo>
                <a:lnTo>
                  <a:pt x="0" y="64260"/>
                </a:lnTo>
                <a:cubicBezTo>
                  <a:pt x="0" y="65594"/>
                  <a:pt x="1056" y="66650"/>
                  <a:pt x="2390" y="66650"/>
                </a:cubicBezTo>
                <a:lnTo>
                  <a:pt x="22291" y="66650"/>
                </a:lnTo>
                <a:cubicBezTo>
                  <a:pt x="23347" y="66650"/>
                  <a:pt x="24181" y="67484"/>
                  <a:pt x="24181" y="68540"/>
                </a:cubicBezTo>
                <a:lnTo>
                  <a:pt x="24181" y="170378"/>
                </a:lnTo>
                <a:cubicBezTo>
                  <a:pt x="24181" y="171712"/>
                  <a:pt x="25237" y="172768"/>
                  <a:pt x="26571" y="172768"/>
                </a:cubicBezTo>
                <a:lnTo>
                  <a:pt x="67984" y="172768"/>
                </a:lnTo>
                <a:cubicBezTo>
                  <a:pt x="69319" y="172768"/>
                  <a:pt x="70375" y="171712"/>
                  <a:pt x="70375" y="170378"/>
                </a:cubicBezTo>
                <a:lnTo>
                  <a:pt x="70375" y="68596"/>
                </a:lnTo>
                <a:cubicBezTo>
                  <a:pt x="70375" y="67540"/>
                  <a:pt x="71209" y="66706"/>
                  <a:pt x="72265" y="66706"/>
                </a:cubicBezTo>
                <a:lnTo>
                  <a:pt x="92165" y="66706"/>
                </a:lnTo>
                <a:cubicBezTo>
                  <a:pt x="93499" y="66706"/>
                  <a:pt x="94556" y="65650"/>
                  <a:pt x="94556" y="64316"/>
                </a:cubicBezTo>
                <a:lnTo>
                  <a:pt x="94556" y="27905"/>
                </a:lnTo>
                <a:cubicBezTo>
                  <a:pt x="94556" y="26571"/>
                  <a:pt x="93499" y="25515"/>
                  <a:pt x="92165" y="25515"/>
                </a:cubicBezTo>
                <a:close/>
              </a:path>
            </a:pathLst>
          </a:custGeom>
          <a:grp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21" name="手繪多邊形: 圖案 20">
            <a:extLst xmlns:a="http://schemas.openxmlformats.org/drawingml/2006/main">
              <a:ext uri="{FF2B5EF4-FFF2-40B4-BE49-F238E27FC236}">
                <a16:creationId xmlns:a16="http://schemas.microsoft.com/office/drawing/2014/main" id="{DF6F2E4C-820F-45C4-A8C6-03517E8DD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15642" y="248119"/>
            <a:ext cx="103223" cy="100962"/>
          </a:xfrm>
          <a:custGeom xmlns:a="http://schemas.openxmlformats.org/drawingml/2006/main">
            <a:rect l="l" t="t" r="r" b="b"/>
            <a:pathLst>
              <a:path w="150322" h="147030">
                <a:moveTo>
                  <a:pt x="109243" y="2390"/>
                </a:moveTo>
                <a:lnTo>
                  <a:pt x="109243" y="9506"/>
                </a:lnTo>
                <a:cubicBezTo>
                  <a:pt x="96846" y="2613"/>
                  <a:pt x="82227" y="-889"/>
                  <a:pt x="66773" y="500"/>
                </a:cubicBezTo>
                <a:cubicBezTo>
                  <a:pt x="31141" y="3669"/>
                  <a:pt x="2624" y="32741"/>
                  <a:pt x="178" y="68429"/>
                </a:cubicBezTo>
                <a:cubicBezTo>
                  <a:pt x="-2768" y="111343"/>
                  <a:pt x="31141" y="147031"/>
                  <a:pt x="73444" y="147031"/>
                </a:cubicBezTo>
                <a:cubicBezTo>
                  <a:pt x="86451" y="147031"/>
                  <a:pt x="98625" y="143640"/>
                  <a:pt x="109243" y="137748"/>
                </a:cubicBezTo>
                <a:lnTo>
                  <a:pt x="109243" y="144641"/>
                </a:lnTo>
                <a:cubicBezTo>
                  <a:pt x="109243" y="145975"/>
                  <a:pt x="110299" y="147031"/>
                  <a:pt x="111633" y="147031"/>
                </a:cubicBezTo>
                <a:lnTo>
                  <a:pt x="147932" y="147031"/>
                </a:lnTo>
                <a:cubicBezTo>
                  <a:pt x="149266" y="147031"/>
                  <a:pt x="150322" y="145975"/>
                  <a:pt x="150322" y="144641"/>
                </a:cubicBezTo>
                <a:lnTo>
                  <a:pt x="150322" y="2390"/>
                </a:lnTo>
                <a:cubicBezTo>
                  <a:pt x="150322" y="1056"/>
                  <a:pt x="149266" y="0"/>
                  <a:pt x="147932" y="0"/>
                </a:cubicBezTo>
                <a:lnTo>
                  <a:pt x="111633" y="0"/>
                </a:lnTo>
                <a:cubicBezTo>
                  <a:pt x="110299" y="0"/>
                  <a:pt x="109243" y="1056"/>
                  <a:pt x="109243" y="2390"/>
                </a:cubicBezTo>
                <a:close/>
                <a:moveTo>
                  <a:pt x="76724" y="105673"/>
                </a:moveTo>
                <a:cubicBezTo>
                  <a:pt x="56378" y="107730"/>
                  <a:pt x="39368" y="90720"/>
                  <a:pt x="41369" y="70319"/>
                </a:cubicBezTo>
                <a:cubicBezTo>
                  <a:pt x="42870" y="55255"/>
                  <a:pt x="55044" y="43081"/>
                  <a:pt x="70109" y="41580"/>
                </a:cubicBezTo>
                <a:cubicBezTo>
                  <a:pt x="90454" y="39523"/>
                  <a:pt x="107464" y="56533"/>
                  <a:pt x="105463" y="76879"/>
                </a:cubicBezTo>
                <a:cubicBezTo>
                  <a:pt x="103962" y="91943"/>
                  <a:pt x="91788" y="104172"/>
                  <a:pt x="76724" y="105673"/>
                </a:cubicBezTo>
                <a:close/>
              </a:path>
            </a:pathLst>
          </a:custGeom>
          <a:grp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22" name="手繪多邊形: 圖案 21">
            <a:extLst xmlns:a="http://schemas.openxmlformats.org/drawingml/2006/main">
              <a:ext uri="{FF2B5EF4-FFF2-40B4-BE49-F238E27FC236}">
                <a16:creationId xmlns:a16="http://schemas.microsoft.com/office/drawing/2014/main" id="{F5AC4AA7-15D8-FC84-5990-22D59FB10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28371" y="248081"/>
            <a:ext cx="71457" cy="101001"/>
          </a:xfrm>
          <a:custGeom xmlns:a="http://schemas.openxmlformats.org/drawingml/2006/main">
            <a:rect l="l" t="t" r="r" b="b"/>
            <a:pathLst>
              <a:path w="104061" h="147086">
                <a:moveTo>
                  <a:pt x="73321" y="167"/>
                </a:moveTo>
                <a:cubicBezTo>
                  <a:pt x="61759" y="167"/>
                  <a:pt x="50808" y="2835"/>
                  <a:pt x="41080" y="7616"/>
                </a:cubicBezTo>
                <a:lnTo>
                  <a:pt x="41080" y="2390"/>
                </a:lnTo>
                <a:cubicBezTo>
                  <a:pt x="41080" y="1056"/>
                  <a:pt x="40024" y="0"/>
                  <a:pt x="38689" y="0"/>
                </a:cubicBezTo>
                <a:lnTo>
                  <a:pt x="2390" y="0"/>
                </a:lnTo>
                <a:cubicBezTo>
                  <a:pt x="1056" y="0"/>
                  <a:pt x="0" y="1056"/>
                  <a:pt x="0" y="2390"/>
                </a:cubicBezTo>
                <a:lnTo>
                  <a:pt x="0" y="144696"/>
                </a:lnTo>
                <a:cubicBezTo>
                  <a:pt x="0" y="146030"/>
                  <a:pt x="1056" y="147086"/>
                  <a:pt x="2390" y="147086"/>
                </a:cubicBezTo>
                <a:lnTo>
                  <a:pt x="38689" y="147086"/>
                </a:lnTo>
                <a:cubicBezTo>
                  <a:pt x="40024" y="147086"/>
                  <a:pt x="41080" y="146030"/>
                  <a:pt x="41080" y="144696"/>
                </a:cubicBezTo>
                <a:lnTo>
                  <a:pt x="41080" y="65427"/>
                </a:lnTo>
                <a:cubicBezTo>
                  <a:pt x="41135" y="47639"/>
                  <a:pt x="60313" y="36021"/>
                  <a:pt x="85884" y="43915"/>
                </a:cubicBezTo>
                <a:lnTo>
                  <a:pt x="104061" y="6837"/>
                </a:lnTo>
                <a:cubicBezTo>
                  <a:pt x="94722" y="2557"/>
                  <a:pt x="84327" y="167"/>
                  <a:pt x="73376" y="167"/>
                </a:cubicBezTo>
                <a:close/>
              </a:path>
            </a:pathLst>
          </a:custGeom>
          <a:grp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23" name="手繪多邊形: 圖案 22">
            <a:extLst xmlns:a="http://schemas.openxmlformats.org/drawingml/2006/main">
              <a:ext uri="{FF2B5EF4-FFF2-40B4-BE49-F238E27FC236}">
                <a16:creationId xmlns:a16="http://schemas.microsoft.com/office/drawing/2014/main" id="{4618E767-40E2-EC3A-1269-ABED0AC2E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65531" y="248119"/>
            <a:ext cx="88939" cy="101001"/>
          </a:xfrm>
          <a:custGeom xmlns:a="http://schemas.openxmlformats.org/drawingml/2006/main">
            <a:rect l="l" t="t" r="r" b="b"/>
            <a:pathLst>
              <a:path w="129520" h="147086">
                <a:moveTo>
                  <a:pt x="0" y="144696"/>
                </a:moveTo>
                <a:lnTo>
                  <a:pt x="0" y="5948"/>
                </a:lnTo>
                <a:cubicBezTo>
                  <a:pt x="0" y="4614"/>
                  <a:pt x="1056" y="3558"/>
                  <a:pt x="2390" y="3558"/>
                </a:cubicBezTo>
                <a:lnTo>
                  <a:pt x="40969" y="3558"/>
                </a:lnTo>
                <a:cubicBezTo>
                  <a:pt x="42303" y="3558"/>
                  <a:pt x="43359" y="4614"/>
                  <a:pt x="43359" y="5948"/>
                </a:cubicBezTo>
                <a:lnTo>
                  <a:pt x="43359" y="23236"/>
                </a:lnTo>
                <a:cubicBezTo>
                  <a:pt x="48028" y="15398"/>
                  <a:pt x="53698" y="9561"/>
                  <a:pt x="60424" y="5726"/>
                </a:cubicBezTo>
                <a:cubicBezTo>
                  <a:pt x="67151" y="1890"/>
                  <a:pt x="75155" y="0"/>
                  <a:pt x="84439" y="0"/>
                </a:cubicBezTo>
                <a:cubicBezTo>
                  <a:pt x="100281" y="0"/>
                  <a:pt x="111788" y="4225"/>
                  <a:pt x="118848" y="12619"/>
                </a:cubicBezTo>
                <a:cubicBezTo>
                  <a:pt x="125963" y="21012"/>
                  <a:pt x="129521" y="34743"/>
                  <a:pt x="129521" y="53754"/>
                </a:cubicBezTo>
                <a:lnTo>
                  <a:pt x="129521" y="144696"/>
                </a:lnTo>
                <a:cubicBezTo>
                  <a:pt x="129521" y="146030"/>
                  <a:pt x="128464" y="147086"/>
                  <a:pt x="127130" y="147086"/>
                </a:cubicBezTo>
                <a:lnTo>
                  <a:pt x="87551" y="147086"/>
                </a:lnTo>
                <a:cubicBezTo>
                  <a:pt x="86217" y="147086"/>
                  <a:pt x="85161" y="146030"/>
                  <a:pt x="85161" y="144696"/>
                </a:cubicBezTo>
                <a:lnTo>
                  <a:pt x="85161" y="74877"/>
                </a:lnTo>
                <a:cubicBezTo>
                  <a:pt x="85161" y="57979"/>
                  <a:pt x="83827" y="47194"/>
                  <a:pt x="81159" y="42581"/>
                </a:cubicBezTo>
                <a:cubicBezTo>
                  <a:pt x="78491" y="37967"/>
                  <a:pt x="73599" y="35632"/>
                  <a:pt x="66484" y="35632"/>
                </a:cubicBezTo>
                <a:cubicBezTo>
                  <a:pt x="58701" y="35632"/>
                  <a:pt x="52976" y="38411"/>
                  <a:pt x="49418" y="43859"/>
                </a:cubicBezTo>
                <a:cubicBezTo>
                  <a:pt x="45860" y="49362"/>
                  <a:pt x="44081" y="58145"/>
                  <a:pt x="44081" y="70208"/>
                </a:cubicBezTo>
                <a:lnTo>
                  <a:pt x="44081" y="144641"/>
                </a:lnTo>
                <a:cubicBezTo>
                  <a:pt x="44081" y="145975"/>
                  <a:pt x="43025" y="147031"/>
                  <a:pt x="41691" y="147031"/>
                </a:cubicBezTo>
                <a:lnTo>
                  <a:pt x="2390" y="147031"/>
                </a:lnTo>
                <a:cubicBezTo>
                  <a:pt x="1056" y="147031"/>
                  <a:pt x="0" y="145975"/>
                  <a:pt x="0" y="144641"/>
                </a:cubicBezTo>
                <a:close/>
              </a:path>
            </a:pathLst>
          </a:custGeom>
          <a:grp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24" name="手繪多邊形: 圖案 23">
            <a:extLst xmlns:a="http://schemas.openxmlformats.org/drawingml/2006/main">
              <a:ext uri="{FF2B5EF4-FFF2-40B4-BE49-F238E27FC236}">
                <a16:creationId xmlns:a16="http://schemas.microsoft.com/office/drawing/2014/main" id="{0EBB9939-68A9-C97F-4E74-CBE7A34E6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56973" y="248280"/>
            <a:ext cx="100748" cy="100754"/>
          </a:xfrm>
          <a:custGeom xmlns:a="http://schemas.openxmlformats.org/drawingml/2006/main">
            <a:rect l="l" t="t" r="r" b="b"/>
            <a:pathLst>
              <a:path w="146717" h="146727">
                <a:moveTo>
                  <a:pt x="77195" y="98"/>
                </a:moveTo>
                <a:cubicBezTo>
                  <a:pt x="33669" y="-2125"/>
                  <a:pt x="-2074" y="33674"/>
                  <a:pt x="94" y="77199"/>
                </a:cubicBezTo>
                <a:cubicBezTo>
                  <a:pt x="1984" y="114499"/>
                  <a:pt x="32279" y="144739"/>
                  <a:pt x="69523" y="146629"/>
                </a:cubicBezTo>
                <a:cubicBezTo>
                  <a:pt x="113049" y="148852"/>
                  <a:pt x="148792" y="113054"/>
                  <a:pt x="146624" y="69528"/>
                </a:cubicBezTo>
                <a:cubicBezTo>
                  <a:pt x="144734" y="32228"/>
                  <a:pt x="114439" y="1988"/>
                  <a:pt x="77195" y="98"/>
                </a:cubicBezTo>
                <a:close/>
                <a:moveTo>
                  <a:pt x="77306" y="105716"/>
                </a:moveTo>
                <a:cubicBezTo>
                  <a:pt x="56905" y="107717"/>
                  <a:pt x="39950" y="90763"/>
                  <a:pt x="41952" y="70362"/>
                </a:cubicBezTo>
                <a:cubicBezTo>
                  <a:pt x="43453" y="55297"/>
                  <a:pt x="55626" y="43068"/>
                  <a:pt x="70746" y="41567"/>
                </a:cubicBezTo>
                <a:cubicBezTo>
                  <a:pt x="91147" y="39566"/>
                  <a:pt x="108102" y="56520"/>
                  <a:pt x="106100" y="76921"/>
                </a:cubicBezTo>
                <a:cubicBezTo>
                  <a:pt x="104600" y="91986"/>
                  <a:pt x="92426" y="104215"/>
                  <a:pt x="77306" y="105716"/>
                </a:cubicBezTo>
                <a:close/>
              </a:path>
            </a:pathLst>
          </a:custGeom>
          <a:grp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 preserve="1" userDrawn="1">
  <p:cSld name="3_標題及內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3A4F3AE4-856A-5163-E627-6D01F6F54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8710" y="4882300"/>
            <a:ext cx="555290" cy="138845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" name="標題 1">
            <a:extLst xmlns:a="http://schemas.openxmlformats.org/drawingml/2006/main">
              <a:ext uri="{FF2B5EF4-FFF2-40B4-BE49-F238E27FC236}">
                <a16:creationId xmlns:a16="http://schemas.microsoft.com/office/drawing/2014/main" id="{AEBB7CB2-1955-D989-E545-7BF83BF7CF4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81560" y="224043"/>
            <a:ext cx="7876108" cy="480600"/>
          </a:xfrm>
        </p:spPr>
        <p:txBody>
          <a:bodyPr xmlns:a="http://schemas.openxmlformats.org/drawingml/2006/main" lIns="0">
            <a:normAutofit/>
          </a:bodyPr>
          <a:lstStyle xmlns:a="http://schemas.openxmlformats.org/drawingml/2006/main">
            <a:lvl1pPr>
              <a:buNone/>
              <a:defRPr sz="24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r>
              <a:t>按一下以編輯母片標題樣式</a:t>
            </a:r>
          </a:p>
        </p:txBody>
      </p:sp>
      <p:sp>
        <p:nvSpPr>
          <p:cNvPr id="33" name="矩形 32">
            <a:extLst xmlns:a="http://schemas.openxmlformats.org/drawingml/2006/main">
              <a:ext uri="{FF2B5EF4-FFF2-40B4-BE49-F238E27FC236}">
                <a16:creationId xmlns:a16="http://schemas.microsoft.com/office/drawing/2014/main" id="{E0D9EC2D-1B5D-DDD1-D251-5D5AFEBF2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" y="-2926"/>
            <a:ext cx="90776" cy="273471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內容版面配置區 20">
            <a:extLst xmlns:a="http://schemas.openxmlformats.org/drawingml/2006/main">
              <a:ext uri="{FF2B5EF4-FFF2-40B4-BE49-F238E27FC236}">
                <a16:creationId xmlns:a16="http://schemas.microsoft.com/office/drawing/2014/main" id="{86793429-E52D-409F-BE00-70DBB794190F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192854" y="841773"/>
            <a:ext cx="8761837" cy="3963372"/>
          </a:xfrm>
        </p:spPr>
        <p:txBody>
          <a:bodyPr xmlns:a="http://schemas.openxmlformats.org/drawingml/2006/main" lIns="36000">
            <a:normAutofit/>
          </a:bodyPr>
          <a:lstStyle xmlns:a="http://schemas.openxmlformats.org/drawingml/2006/main">
            <a:lvl1pPr>
              <a:buNone/>
              <a:defRPr sz="16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lt"/>
                <a:cs typeface="+mn-lt"/>
              </a:defRPr>
            </a:lvl1pPr>
            <a:lvl2pPr>
              <a:buNone/>
              <a:defRPr sz="14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lt"/>
                <a:cs typeface="+mn-lt"/>
              </a:defRPr>
            </a:lvl2pPr>
            <a:lvl3pPr>
              <a:buNone/>
              <a:defRPr sz="14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lt"/>
                <a:cs typeface="+mn-lt"/>
              </a:defRPr>
            </a:lvl3pPr>
            <a:lvl4pPr>
              <a:buNone/>
              <a:defRPr sz="11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lt"/>
                <a:cs typeface="+mn-lt"/>
              </a:defRPr>
            </a:lvl4pPr>
            <a:lvl5pPr>
              <a:buNone/>
              <a:defRPr sz="11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lt"/>
                <a:cs typeface="+mn-lt"/>
              </a:defRPr>
            </a:lvl5pPr>
          </a:lstStyle>
          <a:p xmlns:a="http://schemas.openxmlformats.org/drawingml/2006/main">
            <a:pPr>
              <a:buNone/>
            </a:pPr>
            <a:r>
              <a:t>按一下以編輯母片文字樣式</a:t>
            </a:r>
          </a:p>
          <a:p xmlns:a="http://schemas.openxmlformats.org/drawingml/2006/main">
            <a:pPr>
              <a:buNone/>
            </a:pPr>
            <a:r>
              <a:t>第二層</a:t>
            </a:r>
          </a:p>
          <a:p xmlns:a="http://schemas.openxmlformats.org/drawingml/2006/main">
            <a:pPr>
              <a:buNone/>
            </a:pPr>
            <a:r>
              <a:t>第三層</a:t>
            </a:r>
          </a:p>
          <a:p xmlns:a="http://schemas.openxmlformats.org/drawingml/2006/main">
            <a:pPr>
              <a:buNone/>
            </a:pPr>
            <a:r>
              <a:t>第四層</a:t>
            </a:r>
          </a:p>
          <a:p xmlns:a="http://schemas.openxmlformats.org/drawingml/2006/main">
            <a:pPr>
              <a:buNone/>
            </a:pPr>
            <a:r>
              <a:t>第五層</a:t>
            </a:r>
          </a:p>
        </p:txBody>
      </p:sp>
      <p:sp>
        <p:nvSpPr>
          <p:cNvPr id="32" name="矩形 31">
            <a:extLst xmlns:a="http://schemas.openxmlformats.org/drawingml/2006/main">
              <a:ext uri="{FF2B5EF4-FFF2-40B4-BE49-F238E27FC236}">
                <a16:creationId xmlns:a16="http://schemas.microsoft.com/office/drawing/2014/main" id="{A7D72995-4DE1-50BA-3791-D3F6089A8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" y="215041"/>
            <a:ext cx="90774" cy="489602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6" name="文字方塊 15">
            <a:extLst xmlns:a="http://schemas.openxmlformats.org/drawingml/2006/main">
              <a:ext uri="{FF2B5EF4-FFF2-40B4-BE49-F238E27FC236}">
                <a16:creationId xmlns:a16="http://schemas.microsoft.com/office/drawing/2014/main" id="{D3855B8F-FD56-5493-53BA-9BEA4C8E3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3945" y="4843722"/>
            <a:ext cx="318579" cy="216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fld id="{C369430E-4B83-46E7-B3D7-8B8ED6213D7E}" type="slidenum">
              <a:rPr sz="750">
                <a:solidFill>
                  <a:schemeClr val="bg1"/>
                </a:solidFill>
                <a:latin typeface="+mn-lt"/>
                <a:ea typeface="+mn-lt"/>
                <a:cs typeface="+mn-lt"/>
              </a:rPr>
              <a:t>‹#›</a:t>
            </a:fld>
          </a:p>
        </p:txBody>
      </p:sp>
      <p:sp>
        <p:nvSpPr>
          <p:cNvPr id="3" name="文字方塊 2">
            <a:extLst xmlns:a="http://schemas.openxmlformats.org/drawingml/2006/main">
              <a:ext uri="{FF2B5EF4-FFF2-40B4-BE49-F238E27FC236}">
                <a16:creationId xmlns:a16="http://schemas.microsoft.com/office/drawing/2014/main" id="{607BEBEB-1EAC-DE58-02F4-E2F30FE75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5689" y="4882300"/>
            <a:ext cx="2703022" cy="16158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50">
                <a:solidFill>
                  <a:schemeClr val="tx1"/>
                </a:solidFill>
                <a:latin typeface="+mn-lt"/>
                <a:ea typeface="+mn-lt"/>
                <a:cs typeface="+mn-lt"/>
              </a:rPr>
              <a:t>[ Confidential ]   [ Security P ]   © </a:t>
            </a:r>
            <a:fld id="{507DB48C-140F-478A-84DB-5E1F8C46EB30}" type="datetimeyyyy">
              <a:rPr sz="450">
                <a:solidFill>
                  <a:schemeClr val="tx1"/>
                </a:solidFill>
                <a:latin typeface="+mn-lt"/>
                <a:ea typeface="+mn-lt"/>
                <a:cs typeface="+mn-lt"/>
              </a:rPr>
              <a:t>2026</a:t>
            </a:fld>
            <a:r>
              <a:rPr sz="450">
                <a:solidFill>
                  <a:schemeClr val="tx1"/>
                </a:solidFill>
                <a:latin typeface="+mn-lt"/>
                <a:ea typeface="+mn-lt"/>
                <a:cs typeface="+mn-lt"/>
              </a:rPr>
              <a:t> Ennostar Inc. &amp; Ennostar Corp. All Rights Reserved.</a:t>
            </a:r>
          </a:p>
        </p:txBody>
      </p:sp>
      <p:sp>
        <p:nvSpPr>
          <p:cNvPr id="15" name="手繪多邊形: 圖案 14">
            <a:extLst xmlns:a="http://schemas.openxmlformats.org/drawingml/2006/main">
              <a:ext uri="{FF2B5EF4-FFF2-40B4-BE49-F238E27FC236}">
                <a16:creationId xmlns:a16="http://schemas.microsoft.com/office/drawing/2014/main" id="{408996C7-F996-9B38-9D3E-AEDDD0607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61704" y="247508"/>
            <a:ext cx="85847" cy="101382"/>
          </a:xfrm>
          <a:custGeom xmlns:a="http://schemas.openxmlformats.org/drawingml/2006/main">
            <a:rect l="l" t="t" r="r" b="b"/>
            <a:pathLst>
              <a:path w="125017" h="147642">
                <a:moveTo>
                  <a:pt x="72709" y="57089"/>
                </a:moveTo>
                <a:cubicBezTo>
                  <a:pt x="62092" y="54476"/>
                  <a:pt x="53031" y="52197"/>
                  <a:pt x="49307" y="50141"/>
                </a:cubicBezTo>
                <a:cubicBezTo>
                  <a:pt x="45582" y="48139"/>
                  <a:pt x="43692" y="45416"/>
                  <a:pt x="43692" y="42080"/>
                </a:cubicBezTo>
                <a:cubicBezTo>
                  <a:pt x="43692" y="38745"/>
                  <a:pt x="45193" y="35743"/>
                  <a:pt x="48195" y="33575"/>
                </a:cubicBezTo>
                <a:cubicBezTo>
                  <a:pt x="51197" y="31407"/>
                  <a:pt x="55088" y="30296"/>
                  <a:pt x="59813" y="30296"/>
                </a:cubicBezTo>
                <a:cubicBezTo>
                  <a:pt x="64260" y="30296"/>
                  <a:pt x="67929" y="31296"/>
                  <a:pt x="70764" y="33242"/>
                </a:cubicBezTo>
                <a:cubicBezTo>
                  <a:pt x="73599" y="35187"/>
                  <a:pt x="75544" y="38134"/>
                  <a:pt x="76545" y="42025"/>
                </a:cubicBezTo>
                <a:lnTo>
                  <a:pt x="117069" y="42025"/>
                </a:lnTo>
                <a:cubicBezTo>
                  <a:pt x="116179" y="30073"/>
                  <a:pt x="110343" y="20123"/>
                  <a:pt x="99614" y="12063"/>
                </a:cubicBezTo>
                <a:cubicBezTo>
                  <a:pt x="88886" y="4002"/>
                  <a:pt x="75989" y="0"/>
                  <a:pt x="61036" y="0"/>
                </a:cubicBezTo>
                <a:cubicBezTo>
                  <a:pt x="43915" y="0"/>
                  <a:pt x="29906" y="4058"/>
                  <a:pt x="18956" y="12174"/>
                </a:cubicBezTo>
                <a:cubicBezTo>
                  <a:pt x="8005" y="20290"/>
                  <a:pt x="2557" y="30740"/>
                  <a:pt x="2557" y="43581"/>
                </a:cubicBezTo>
                <a:cubicBezTo>
                  <a:pt x="2557" y="54365"/>
                  <a:pt x="8505" y="63037"/>
                  <a:pt x="16676" y="69652"/>
                </a:cubicBezTo>
                <a:cubicBezTo>
                  <a:pt x="24959" y="76323"/>
                  <a:pt x="38689" y="81993"/>
                  <a:pt x="57867" y="86718"/>
                </a:cubicBezTo>
                <a:cubicBezTo>
                  <a:pt x="67373" y="89052"/>
                  <a:pt x="73821" y="91443"/>
                  <a:pt x="77156" y="93777"/>
                </a:cubicBezTo>
                <a:cubicBezTo>
                  <a:pt x="80436" y="96112"/>
                  <a:pt x="83938" y="99447"/>
                  <a:pt x="83938" y="103783"/>
                </a:cubicBezTo>
                <a:cubicBezTo>
                  <a:pt x="83938" y="107786"/>
                  <a:pt x="82104" y="111010"/>
                  <a:pt x="78491" y="113511"/>
                </a:cubicBezTo>
                <a:cubicBezTo>
                  <a:pt x="74822" y="116013"/>
                  <a:pt x="70208" y="117291"/>
                  <a:pt x="64538" y="117291"/>
                </a:cubicBezTo>
                <a:cubicBezTo>
                  <a:pt x="58590" y="117291"/>
                  <a:pt x="53698" y="115790"/>
                  <a:pt x="49974" y="112733"/>
                </a:cubicBezTo>
                <a:cubicBezTo>
                  <a:pt x="46249" y="109676"/>
                  <a:pt x="43748" y="105229"/>
                  <a:pt x="42525" y="99392"/>
                </a:cubicBezTo>
                <a:lnTo>
                  <a:pt x="0" y="99392"/>
                </a:lnTo>
                <a:cubicBezTo>
                  <a:pt x="834" y="113734"/>
                  <a:pt x="7115" y="125407"/>
                  <a:pt x="18900" y="134301"/>
                </a:cubicBezTo>
                <a:cubicBezTo>
                  <a:pt x="30685" y="143195"/>
                  <a:pt x="45638" y="147642"/>
                  <a:pt x="63815" y="147642"/>
                </a:cubicBezTo>
                <a:cubicBezTo>
                  <a:pt x="81993" y="147642"/>
                  <a:pt x="96446" y="143251"/>
                  <a:pt x="107841" y="134412"/>
                </a:cubicBezTo>
                <a:cubicBezTo>
                  <a:pt x="119292" y="125629"/>
                  <a:pt x="125018" y="114234"/>
                  <a:pt x="125018" y="100392"/>
                </a:cubicBezTo>
                <a:cubicBezTo>
                  <a:pt x="125018" y="89330"/>
                  <a:pt x="119348" y="80492"/>
                  <a:pt x="111677" y="73821"/>
                </a:cubicBezTo>
                <a:cubicBezTo>
                  <a:pt x="103894" y="67151"/>
                  <a:pt x="90942" y="61592"/>
                  <a:pt x="72821" y="57145"/>
                </a:cubicBezTo>
                <a:close/>
              </a:path>
            </a:pathLst>
          </a:custGeom>
          <a:grp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18" name="手繪多邊形: 圖案 17">
            <a:extLst xmlns:a="http://schemas.openxmlformats.org/drawingml/2006/main">
              <a:ext uri="{FF2B5EF4-FFF2-40B4-BE49-F238E27FC236}">
                <a16:creationId xmlns:a16="http://schemas.microsoft.com/office/drawing/2014/main" id="{6219661E-F9AC-3DB2-0914-2B1C26D0F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68308" y="221170"/>
            <a:ext cx="87756" cy="127912"/>
          </a:xfrm>
          <a:custGeom xmlns:a="http://schemas.openxmlformats.org/drawingml/2006/main">
            <a:rect l="l" t="t" r="r" b="b"/>
            <a:pathLst>
              <a:path w="127797" h="186276">
                <a:moveTo>
                  <a:pt x="0" y="183941"/>
                </a:moveTo>
                <a:lnTo>
                  <a:pt x="0" y="2390"/>
                </a:lnTo>
                <a:cubicBezTo>
                  <a:pt x="0" y="1056"/>
                  <a:pt x="1056" y="0"/>
                  <a:pt x="2390" y="0"/>
                </a:cubicBezTo>
                <a:lnTo>
                  <a:pt x="125407" y="0"/>
                </a:lnTo>
                <a:cubicBezTo>
                  <a:pt x="126741" y="0"/>
                  <a:pt x="127797" y="1056"/>
                  <a:pt x="127797" y="2390"/>
                </a:cubicBezTo>
                <a:lnTo>
                  <a:pt x="127797" y="36410"/>
                </a:lnTo>
                <a:cubicBezTo>
                  <a:pt x="127797" y="37744"/>
                  <a:pt x="126741" y="38801"/>
                  <a:pt x="125407" y="38801"/>
                </a:cubicBezTo>
                <a:lnTo>
                  <a:pt x="48139" y="38801"/>
                </a:lnTo>
                <a:cubicBezTo>
                  <a:pt x="46805" y="38801"/>
                  <a:pt x="45749" y="39857"/>
                  <a:pt x="45749" y="41191"/>
                </a:cubicBezTo>
                <a:lnTo>
                  <a:pt x="45749" y="66761"/>
                </a:lnTo>
                <a:cubicBezTo>
                  <a:pt x="45749" y="68096"/>
                  <a:pt x="46805" y="69152"/>
                  <a:pt x="48139" y="69152"/>
                </a:cubicBezTo>
                <a:lnTo>
                  <a:pt x="125407" y="69152"/>
                </a:lnTo>
                <a:cubicBezTo>
                  <a:pt x="126741" y="69152"/>
                  <a:pt x="127797" y="70208"/>
                  <a:pt x="127797" y="71542"/>
                </a:cubicBezTo>
                <a:lnTo>
                  <a:pt x="127797" y="104673"/>
                </a:lnTo>
                <a:cubicBezTo>
                  <a:pt x="127797" y="106007"/>
                  <a:pt x="126741" y="107063"/>
                  <a:pt x="125407" y="107063"/>
                </a:cubicBezTo>
                <a:lnTo>
                  <a:pt x="48139" y="107063"/>
                </a:lnTo>
                <a:cubicBezTo>
                  <a:pt x="46805" y="107063"/>
                  <a:pt x="45749" y="108119"/>
                  <a:pt x="45749" y="109453"/>
                </a:cubicBezTo>
                <a:lnTo>
                  <a:pt x="45749" y="145196"/>
                </a:lnTo>
                <a:cubicBezTo>
                  <a:pt x="45749" y="146531"/>
                  <a:pt x="46805" y="147587"/>
                  <a:pt x="48139" y="147587"/>
                </a:cubicBezTo>
                <a:lnTo>
                  <a:pt x="125407" y="147587"/>
                </a:lnTo>
                <a:cubicBezTo>
                  <a:pt x="126741" y="147587"/>
                  <a:pt x="127797" y="148643"/>
                  <a:pt x="127797" y="149977"/>
                </a:cubicBezTo>
                <a:lnTo>
                  <a:pt x="127797" y="183886"/>
                </a:lnTo>
                <a:cubicBezTo>
                  <a:pt x="127797" y="185220"/>
                  <a:pt x="126741" y="186276"/>
                  <a:pt x="125407" y="186276"/>
                </a:cubicBezTo>
                <a:lnTo>
                  <a:pt x="2390" y="186276"/>
                </a:lnTo>
                <a:cubicBezTo>
                  <a:pt x="1056" y="186276"/>
                  <a:pt x="0" y="185220"/>
                  <a:pt x="0" y="183886"/>
                </a:cubicBezTo>
                <a:close/>
              </a:path>
            </a:pathLst>
          </a:custGeom>
          <a:grp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19" name="手繪多邊形: 圖案 18">
            <a:extLst xmlns:a="http://schemas.openxmlformats.org/drawingml/2006/main">
              <a:ext uri="{FF2B5EF4-FFF2-40B4-BE49-F238E27FC236}">
                <a16:creationId xmlns:a16="http://schemas.microsoft.com/office/drawing/2014/main" id="{6D2540B6-74D7-BF17-62DE-D36FA09A3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63975" y="248119"/>
            <a:ext cx="88939" cy="101001"/>
          </a:xfrm>
          <a:custGeom xmlns:a="http://schemas.openxmlformats.org/drawingml/2006/main">
            <a:rect l="l" t="t" r="r" b="b"/>
            <a:pathLst>
              <a:path w="129520" h="147086">
                <a:moveTo>
                  <a:pt x="0" y="144696"/>
                </a:moveTo>
                <a:lnTo>
                  <a:pt x="0" y="5948"/>
                </a:lnTo>
                <a:cubicBezTo>
                  <a:pt x="0" y="4614"/>
                  <a:pt x="1056" y="3558"/>
                  <a:pt x="2390" y="3558"/>
                </a:cubicBezTo>
                <a:lnTo>
                  <a:pt x="40969" y="3558"/>
                </a:lnTo>
                <a:cubicBezTo>
                  <a:pt x="42303" y="3558"/>
                  <a:pt x="43359" y="4614"/>
                  <a:pt x="43359" y="5948"/>
                </a:cubicBezTo>
                <a:lnTo>
                  <a:pt x="43359" y="23236"/>
                </a:lnTo>
                <a:cubicBezTo>
                  <a:pt x="48028" y="15398"/>
                  <a:pt x="53698" y="9561"/>
                  <a:pt x="60424" y="5726"/>
                </a:cubicBezTo>
                <a:cubicBezTo>
                  <a:pt x="67151" y="1890"/>
                  <a:pt x="75155" y="0"/>
                  <a:pt x="84439" y="0"/>
                </a:cubicBezTo>
                <a:cubicBezTo>
                  <a:pt x="100281" y="0"/>
                  <a:pt x="111788" y="4225"/>
                  <a:pt x="118848" y="12619"/>
                </a:cubicBezTo>
                <a:cubicBezTo>
                  <a:pt x="125963" y="21012"/>
                  <a:pt x="129521" y="34743"/>
                  <a:pt x="129521" y="53754"/>
                </a:cubicBezTo>
                <a:lnTo>
                  <a:pt x="129521" y="144696"/>
                </a:lnTo>
                <a:cubicBezTo>
                  <a:pt x="129521" y="146030"/>
                  <a:pt x="128464" y="147086"/>
                  <a:pt x="127130" y="147086"/>
                </a:cubicBezTo>
                <a:lnTo>
                  <a:pt x="87551" y="147086"/>
                </a:lnTo>
                <a:cubicBezTo>
                  <a:pt x="86217" y="147086"/>
                  <a:pt x="85161" y="146030"/>
                  <a:pt x="85161" y="144696"/>
                </a:cubicBezTo>
                <a:lnTo>
                  <a:pt x="85161" y="74877"/>
                </a:lnTo>
                <a:cubicBezTo>
                  <a:pt x="85161" y="57979"/>
                  <a:pt x="83827" y="47194"/>
                  <a:pt x="81159" y="42581"/>
                </a:cubicBezTo>
                <a:cubicBezTo>
                  <a:pt x="78491" y="37967"/>
                  <a:pt x="73599" y="35632"/>
                  <a:pt x="66484" y="35632"/>
                </a:cubicBezTo>
                <a:cubicBezTo>
                  <a:pt x="58701" y="35632"/>
                  <a:pt x="52976" y="38411"/>
                  <a:pt x="49418" y="43859"/>
                </a:cubicBezTo>
                <a:cubicBezTo>
                  <a:pt x="45860" y="49362"/>
                  <a:pt x="44081" y="58145"/>
                  <a:pt x="44081" y="70208"/>
                </a:cubicBezTo>
                <a:lnTo>
                  <a:pt x="44081" y="144641"/>
                </a:lnTo>
                <a:cubicBezTo>
                  <a:pt x="44081" y="145975"/>
                  <a:pt x="43025" y="147031"/>
                  <a:pt x="41691" y="147031"/>
                </a:cubicBezTo>
                <a:lnTo>
                  <a:pt x="2390" y="147031"/>
                </a:lnTo>
                <a:cubicBezTo>
                  <a:pt x="1056" y="147031"/>
                  <a:pt x="0" y="145975"/>
                  <a:pt x="0" y="144641"/>
                </a:cubicBezTo>
                <a:close/>
              </a:path>
            </a:pathLst>
          </a:custGeom>
          <a:grp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20" name="手繪多邊形: 圖案 19">
            <a:extLst xmlns:a="http://schemas.openxmlformats.org/drawingml/2006/main">
              <a:ext uri="{FF2B5EF4-FFF2-40B4-BE49-F238E27FC236}">
                <a16:creationId xmlns:a16="http://schemas.microsoft.com/office/drawing/2014/main" id="{95A9F677-E62A-B977-1184-CB2F7783A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48506" y="230445"/>
            <a:ext cx="64929" cy="118636"/>
          </a:xfrm>
          <a:custGeom xmlns:a="http://schemas.openxmlformats.org/drawingml/2006/main">
            <a:rect l="l" t="t" r="r" b="b"/>
            <a:pathLst>
              <a:path w="94555" h="172768">
                <a:moveTo>
                  <a:pt x="92165" y="25459"/>
                </a:moveTo>
                <a:lnTo>
                  <a:pt x="72265" y="25459"/>
                </a:lnTo>
                <a:cubicBezTo>
                  <a:pt x="71209" y="25459"/>
                  <a:pt x="70375" y="24626"/>
                  <a:pt x="70375" y="23569"/>
                </a:cubicBezTo>
                <a:lnTo>
                  <a:pt x="70375" y="2390"/>
                </a:lnTo>
                <a:cubicBezTo>
                  <a:pt x="70375" y="1056"/>
                  <a:pt x="69319" y="0"/>
                  <a:pt x="67984" y="0"/>
                </a:cubicBezTo>
                <a:lnTo>
                  <a:pt x="26571" y="0"/>
                </a:lnTo>
                <a:cubicBezTo>
                  <a:pt x="25237" y="0"/>
                  <a:pt x="24181" y="1056"/>
                  <a:pt x="24181" y="2390"/>
                </a:cubicBezTo>
                <a:lnTo>
                  <a:pt x="24181" y="23569"/>
                </a:lnTo>
                <a:cubicBezTo>
                  <a:pt x="24181" y="24626"/>
                  <a:pt x="23347" y="25459"/>
                  <a:pt x="22291" y="25459"/>
                </a:cubicBezTo>
                <a:lnTo>
                  <a:pt x="2390" y="25459"/>
                </a:lnTo>
                <a:cubicBezTo>
                  <a:pt x="1056" y="25459"/>
                  <a:pt x="0" y="26516"/>
                  <a:pt x="0" y="27850"/>
                </a:cubicBezTo>
                <a:lnTo>
                  <a:pt x="0" y="64260"/>
                </a:lnTo>
                <a:cubicBezTo>
                  <a:pt x="0" y="65594"/>
                  <a:pt x="1056" y="66650"/>
                  <a:pt x="2390" y="66650"/>
                </a:cubicBezTo>
                <a:lnTo>
                  <a:pt x="22291" y="66650"/>
                </a:lnTo>
                <a:cubicBezTo>
                  <a:pt x="23347" y="66650"/>
                  <a:pt x="24181" y="67484"/>
                  <a:pt x="24181" y="68540"/>
                </a:cubicBezTo>
                <a:lnTo>
                  <a:pt x="24181" y="170378"/>
                </a:lnTo>
                <a:cubicBezTo>
                  <a:pt x="24181" y="171712"/>
                  <a:pt x="25237" y="172768"/>
                  <a:pt x="26571" y="172768"/>
                </a:cubicBezTo>
                <a:lnTo>
                  <a:pt x="67984" y="172768"/>
                </a:lnTo>
                <a:cubicBezTo>
                  <a:pt x="69319" y="172768"/>
                  <a:pt x="70375" y="171712"/>
                  <a:pt x="70375" y="170378"/>
                </a:cubicBezTo>
                <a:lnTo>
                  <a:pt x="70375" y="68596"/>
                </a:lnTo>
                <a:cubicBezTo>
                  <a:pt x="70375" y="67540"/>
                  <a:pt x="71209" y="66706"/>
                  <a:pt x="72265" y="66706"/>
                </a:cubicBezTo>
                <a:lnTo>
                  <a:pt x="92165" y="66706"/>
                </a:lnTo>
                <a:cubicBezTo>
                  <a:pt x="93499" y="66706"/>
                  <a:pt x="94556" y="65650"/>
                  <a:pt x="94556" y="64316"/>
                </a:cubicBezTo>
                <a:lnTo>
                  <a:pt x="94556" y="27905"/>
                </a:lnTo>
                <a:cubicBezTo>
                  <a:pt x="94556" y="26571"/>
                  <a:pt x="93499" y="25515"/>
                  <a:pt x="92165" y="25515"/>
                </a:cubicBezTo>
                <a:close/>
              </a:path>
            </a:pathLst>
          </a:custGeom>
          <a:grp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21" name="手繪多邊形: 圖案 20">
            <a:extLst xmlns:a="http://schemas.openxmlformats.org/drawingml/2006/main">
              <a:ext uri="{FF2B5EF4-FFF2-40B4-BE49-F238E27FC236}">
                <a16:creationId xmlns:a16="http://schemas.microsoft.com/office/drawing/2014/main" id="{0375208F-13E0-B71C-05BC-B8A01DD40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15642" y="248119"/>
            <a:ext cx="103223" cy="100962"/>
          </a:xfrm>
          <a:custGeom xmlns:a="http://schemas.openxmlformats.org/drawingml/2006/main">
            <a:rect l="l" t="t" r="r" b="b"/>
            <a:pathLst>
              <a:path w="150322" h="147030">
                <a:moveTo>
                  <a:pt x="109243" y="2390"/>
                </a:moveTo>
                <a:lnTo>
                  <a:pt x="109243" y="9506"/>
                </a:lnTo>
                <a:cubicBezTo>
                  <a:pt x="96846" y="2613"/>
                  <a:pt x="82227" y="-889"/>
                  <a:pt x="66773" y="500"/>
                </a:cubicBezTo>
                <a:cubicBezTo>
                  <a:pt x="31141" y="3669"/>
                  <a:pt x="2624" y="32741"/>
                  <a:pt x="178" y="68429"/>
                </a:cubicBezTo>
                <a:cubicBezTo>
                  <a:pt x="-2768" y="111343"/>
                  <a:pt x="31141" y="147031"/>
                  <a:pt x="73444" y="147031"/>
                </a:cubicBezTo>
                <a:cubicBezTo>
                  <a:pt x="86451" y="147031"/>
                  <a:pt x="98625" y="143640"/>
                  <a:pt x="109243" y="137748"/>
                </a:cubicBezTo>
                <a:lnTo>
                  <a:pt x="109243" y="144641"/>
                </a:lnTo>
                <a:cubicBezTo>
                  <a:pt x="109243" y="145975"/>
                  <a:pt x="110299" y="147031"/>
                  <a:pt x="111633" y="147031"/>
                </a:cubicBezTo>
                <a:lnTo>
                  <a:pt x="147932" y="147031"/>
                </a:lnTo>
                <a:cubicBezTo>
                  <a:pt x="149266" y="147031"/>
                  <a:pt x="150322" y="145975"/>
                  <a:pt x="150322" y="144641"/>
                </a:cubicBezTo>
                <a:lnTo>
                  <a:pt x="150322" y="2390"/>
                </a:lnTo>
                <a:cubicBezTo>
                  <a:pt x="150322" y="1056"/>
                  <a:pt x="149266" y="0"/>
                  <a:pt x="147932" y="0"/>
                </a:cubicBezTo>
                <a:lnTo>
                  <a:pt x="111633" y="0"/>
                </a:lnTo>
                <a:cubicBezTo>
                  <a:pt x="110299" y="0"/>
                  <a:pt x="109243" y="1056"/>
                  <a:pt x="109243" y="2390"/>
                </a:cubicBezTo>
                <a:close/>
                <a:moveTo>
                  <a:pt x="76724" y="105673"/>
                </a:moveTo>
                <a:cubicBezTo>
                  <a:pt x="56378" y="107730"/>
                  <a:pt x="39368" y="90720"/>
                  <a:pt x="41369" y="70319"/>
                </a:cubicBezTo>
                <a:cubicBezTo>
                  <a:pt x="42870" y="55255"/>
                  <a:pt x="55044" y="43081"/>
                  <a:pt x="70109" y="41580"/>
                </a:cubicBezTo>
                <a:cubicBezTo>
                  <a:pt x="90454" y="39523"/>
                  <a:pt x="107464" y="56533"/>
                  <a:pt x="105463" y="76879"/>
                </a:cubicBezTo>
                <a:cubicBezTo>
                  <a:pt x="103962" y="91943"/>
                  <a:pt x="91788" y="104172"/>
                  <a:pt x="76724" y="105673"/>
                </a:cubicBezTo>
                <a:close/>
              </a:path>
            </a:pathLst>
          </a:custGeom>
          <a:grp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22" name="手繪多邊形: 圖案 21">
            <a:extLst xmlns:a="http://schemas.openxmlformats.org/drawingml/2006/main">
              <a:ext uri="{FF2B5EF4-FFF2-40B4-BE49-F238E27FC236}">
                <a16:creationId xmlns:a16="http://schemas.microsoft.com/office/drawing/2014/main" id="{ED7BD8DE-6415-6154-D316-F7B3D1DE7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28371" y="248081"/>
            <a:ext cx="71457" cy="101001"/>
          </a:xfrm>
          <a:custGeom xmlns:a="http://schemas.openxmlformats.org/drawingml/2006/main">
            <a:rect l="l" t="t" r="r" b="b"/>
            <a:pathLst>
              <a:path w="104061" h="147086">
                <a:moveTo>
                  <a:pt x="73321" y="167"/>
                </a:moveTo>
                <a:cubicBezTo>
                  <a:pt x="61759" y="167"/>
                  <a:pt x="50808" y="2835"/>
                  <a:pt x="41080" y="7616"/>
                </a:cubicBezTo>
                <a:lnTo>
                  <a:pt x="41080" y="2390"/>
                </a:lnTo>
                <a:cubicBezTo>
                  <a:pt x="41080" y="1056"/>
                  <a:pt x="40024" y="0"/>
                  <a:pt x="38689" y="0"/>
                </a:cubicBezTo>
                <a:lnTo>
                  <a:pt x="2390" y="0"/>
                </a:lnTo>
                <a:cubicBezTo>
                  <a:pt x="1056" y="0"/>
                  <a:pt x="0" y="1056"/>
                  <a:pt x="0" y="2390"/>
                </a:cubicBezTo>
                <a:lnTo>
                  <a:pt x="0" y="144696"/>
                </a:lnTo>
                <a:cubicBezTo>
                  <a:pt x="0" y="146030"/>
                  <a:pt x="1056" y="147086"/>
                  <a:pt x="2390" y="147086"/>
                </a:cubicBezTo>
                <a:lnTo>
                  <a:pt x="38689" y="147086"/>
                </a:lnTo>
                <a:cubicBezTo>
                  <a:pt x="40024" y="147086"/>
                  <a:pt x="41080" y="146030"/>
                  <a:pt x="41080" y="144696"/>
                </a:cubicBezTo>
                <a:lnTo>
                  <a:pt x="41080" y="65427"/>
                </a:lnTo>
                <a:cubicBezTo>
                  <a:pt x="41135" y="47639"/>
                  <a:pt x="60313" y="36021"/>
                  <a:pt x="85884" y="43915"/>
                </a:cubicBezTo>
                <a:lnTo>
                  <a:pt x="104061" y="6837"/>
                </a:lnTo>
                <a:cubicBezTo>
                  <a:pt x="94722" y="2557"/>
                  <a:pt x="84327" y="167"/>
                  <a:pt x="73376" y="167"/>
                </a:cubicBezTo>
                <a:close/>
              </a:path>
            </a:pathLst>
          </a:custGeom>
          <a:grp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23" name="手繪多邊形: 圖案 22">
            <a:extLst xmlns:a="http://schemas.openxmlformats.org/drawingml/2006/main">
              <a:ext uri="{FF2B5EF4-FFF2-40B4-BE49-F238E27FC236}">
                <a16:creationId xmlns:a16="http://schemas.microsoft.com/office/drawing/2014/main" id="{9BBAC877-E8AC-2BAF-B501-625F36FB3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65531" y="248119"/>
            <a:ext cx="88939" cy="101001"/>
          </a:xfrm>
          <a:custGeom xmlns:a="http://schemas.openxmlformats.org/drawingml/2006/main">
            <a:rect l="l" t="t" r="r" b="b"/>
            <a:pathLst>
              <a:path w="129520" h="147086">
                <a:moveTo>
                  <a:pt x="0" y="144696"/>
                </a:moveTo>
                <a:lnTo>
                  <a:pt x="0" y="5948"/>
                </a:lnTo>
                <a:cubicBezTo>
                  <a:pt x="0" y="4614"/>
                  <a:pt x="1056" y="3558"/>
                  <a:pt x="2390" y="3558"/>
                </a:cubicBezTo>
                <a:lnTo>
                  <a:pt x="40969" y="3558"/>
                </a:lnTo>
                <a:cubicBezTo>
                  <a:pt x="42303" y="3558"/>
                  <a:pt x="43359" y="4614"/>
                  <a:pt x="43359" y="5948"/>
                </a:cubicBezTo>
                <a:lnTo>
                  <a:pt x="43359" y="23236"/>
                </a:lnTo>
                <a:cubicBezTo>
                  <a:pt x="48028" y="15398"/>
                  <a:pt x="53698" y="9561"/>
                  <a:pt x="60424" y="5726"/>
                </a:cubicBezTo>
                <a:cubicBezTo>
                  <a:pt x="67151" y="1890"/>
                  <a:pt x="75155" y="0"/>
                  <a:pt x="84439" y="0"/>
                </a:cubicBezTo>
                <a:cubicBezTo>
                  <a:pt x="100281" y="0"/>
                  <a:pt x="111788" y="4225"/>
                  <a:pt x="118848" y="12619"/>
                </a:cubicBezTo>
                <a:cubicBezTo>
                  <a:pt x="125963" y="21012"/>
                  <a:pt x="129521" y="34743"/>
                  <a:pt x="129521" y="53754"/>
                </a:cubicBezTo>
                <a:lnTo>
                  <a:pt x="129521" y="144696"/>
                </a:lnTo>
                <a:cubicBezTo>
                  <a:pt x="129521" y="146030"/>
                  <a:pt x="128464" y="147086"/>
                  <a:pt x="127130" y="147086"/>
                </a:cubicBezTo>
                <a:lnTo>
                  <a:pt x="87551" y="147086"/>
                </a:lnTo>
                <a:cubicBezTo>
                  <a:pt x="86217" y="147086"/>
                  <a:pt x="85161" y="146030"/>
                  <a:pt x="85161" y="144696"/>
                </a:cubicBezTo>
                <a:lnTo>
                  <a:pt x="85161" y="74877"/>
                </a:lnTo>
                <a:cubicBezTo>
                  <a:pt x="85161" y="57979"/>
                  <a:pt x="83827" y="47194"/>
                  <a:pt x="81159" y="42581"/>
                </a:cubicBezTo>
                <a:cubicBezTo>
                  <a:pt x="78491" y="37967"/>
                  <a:pt x="73599" y="35632"/>
                  <a:pt x="66484" y="35632"/>
                </a:cubicBezTo>
                <a:cubicBezTo>
                  <a:pt x="58701" y="35632"/>
                  <a:pt x="52976" y="38411"/>
                  <a:pt x="49418" y="43859"/>
                </a:cubicBezTo>
                <a:cubicBezTo>
                  <a:pt x="45860" y="49362"/>
                  <a:pt x="44081" y="58145"/>
                  <a:pt x="44081" y="70208"/>
                </a:cubicBezTo>
                <a:lnTo>
                  <a:pt x="44081" y="144641"/>
                </a:lnTo>
                <a:cubicBezTo>
                  <a:pt x="44081" y="145975"/>
                  <a:pt x="43025" y="147031"/>
                  <a:pt x="41691" y="147031"/>
                </a:cubicBezTo>
                <a:lnTo>
                  <a:pt x="2390" y="147031"/>
                </a:lnTo>
                <a:cubicBezTo>
                  <a:pt x="1056" y="147031"/>
                  <a:pt x="0" y="145975"/>
                  <a:pt x="0" y="144641"/>
                </a:cubicBezTo>
                <a:close/>
              </a:path>
            </a:pathLst>
          </a:custGeom>
          <a:grp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24" name="手繪多邊形: 圖案 23">
            <a:extLst xmlns:a="http://schemas.openxmlformats.org/drawingml/2006/main">
              <a:ext uri="{FF2B5EF4-FFF2-40B4-BE49-F238E27FC236}">
                <a16:creationId xmlns:a16="http://schemas.microsoft.com/office/drawing/2014/main" id="{6D7AA028-4714-8A19-2B73-F1807B2B9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56973" y="248280"/>
            <a:ext cx="100748" cy="100754"/>
          </a:xfrm>
          <a:custGeom xmlns:a="http://schemas.openxmlformats.org/drawingml/2006/main">
            <a:rect l="l" t="t" r="r" b="b"/>
            <a:pathLst>
              <a:path w="146717" h="146727">
                <a:moveTo>
                  <a:pt x="77195" y="98"/>
                </a:moveTo>
                <a:cubicBezTo>
                  <a:pt x="33669" y="-2125"/>
                  <a:pt x="-2074" y="33674"/>
                  <a:pt x="94" y="77199"/>
                </a:cubicBezTo>
                <a:cubicBezTo>
                  <a:pt x="1984" y="114499"/>
                  <a:pt x="32279" y="144739"/>
                  <a:pt x="69523" y="146629"/>
                </a:cubicBezTo>
                <a:cubicBezTo>
                  <a:pt x="113049" y="148852"/>
                  <a:pt x="148792" y="113054"/>
                  <a:pt x="146624" y="69528"/>
                </a:cubicBezTo>
                <a:cubicBezTo>
                  <a:pt x="144734" y="32228"/>
                  <a:pt x="114439" y="1988"/>
                  <a:pt x="77195" y="98"/>
                </a:cubicBezTo>
                <a:close/>
                <a:moveTo>
                  <a:pt x="77306" y="105716"/>
                </a:moveTo>
                <a:cubicBezTo>
                  <a:pt x="56905" y="107717"/>
                  <a:pt x="39950" y="90763"/>
                  <a:pt x="41952" y="70362"/>
                </a:cubicBezTo>
                <a:cubicBezTo>
                  <a:pt x="43453" y="55297"/>
                  <a:pt x="55626" y="43068"/>
                  <a:pt x="70746" y="41567"/>
                </a:cubicBezTo>
                <a:cubicBezTo>
                  <a:pt x="91147" y="39566"/>
                  <a:pt x="108102" y="56520"/>
                  <a:pt x="106100" y="76921"/>
                </a:cubicBezTo>
                <a:cubicBezTo>
                  <a:pt x="104600" y="91986"/>
                  <a:pt x="92426" y="104215"/>
                  <a:pt x="77306" y="105716"/>
                </a:cubicBezTo>
                <a:close/>
              </a:path>
            </a:pathLst>
          </a:custGeom>
          <a:grp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 preserve="1" userDrawn="1">
  <p:cSld name="4_標題及內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3A4F3AE4-856A-5163-E627-6D01F6F54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8710" y="4882300"/>
            <a:ext cx="555290" cy="138845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" name="標題 1">
            <a:extLst xmlns:a="http://schemas.openxmlformats.org/drawingml/2006/main">
              <a:ext uri="{FF2B5EF4-FFF2-40B4-BE49-F238E27FC236}">
                <a16:creationId xmlns:a16="http://schemas.microsoft.com/office/drawing/2014/main" id="{AEBB7CB2-1955-D989-E545-7BF83BF7CF4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81560" y="224043"/>
            <a:ext cx="7876108" cy="480600"/>
          </a:xfrm>
        </p:spPr>
        <p:txBody>
          <a:bodyPr xmlns:a="http://schemas.openxmlformats.org/drawingml/2006/main" lIns="0">
            <a:normAutofit/>
          </a:bodyPr>
          <a:lstStyle xmlns:a="http://schemas.openxmlformats.org/drawingml/2006/main">
            <a:lvl1pPr>
              <a:buNone/>
              <a:defRPr sz="24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r>
              <a:t>按一下以編輯母片標題樣式</a:t>
            </a:r>
          </a:p>
        </p:txBody>
      </p:sp>
      <p:sp>
        <p:nvSpPr>
          <p:cNvPr id="33" name="矩形 32">
            <a:extLst xmlns:a="http://schemas.openxmlformats.org/drawingml/2006/main">
              <a:ext uri="{FF2B5EF4-FFF2-40B4-BE49-F238E27FC236}">
                <a16:creationId xmlns:a16="http://schemas.microsoft.com/office/drawing/2014/main" id="{E0D9EC2D-1B5D-DDD1-D251-5D5AFEBF2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" y="-2926"/>
            <a:ext cx="90776" cy="273471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5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內容版面配置區 20">
            <a:extLst xmlns:a="http://schemas.openxmlformats.org/drawingml/2006/main">
              <a:ext uri="{FF2B5EF4-FFF2-40B4-BE49-F238E27FC236}">
                <a16:creationId xmlns:a16="http://schemas.microsoft.com/office/drawing/2014/main" id="{86793429-E52D-409F-BE00-70DBB794190F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192854" y="841773"/>
            <a:ext cx="8761837" cy="3963372"/>
          </a:xfrm>
        </p:spPr>
        <p:txBody>
          <a:bodyPr xmlns:a="http://schemas.openxmlformats.org/drawingml/2006/main" lIns="36000">
            <a:normAutofit/>
          </a:bodyPr>
          <a:lstStyle xmlns:a="http://schemas.openxmlformats.org/drawingml/2006/main">
            <a:lvl1pPr>
              <a:buNone/>
              <a:defRPr sz="16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lt"/>
                <a:cs typeface="+mn-lt"/>
              </a:defRPr>
            </a:lvl1pPr>
            <a:lvl2pPr>
              <a:buNone/>
              <a:defRPr sz="14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lt"/>
                <a:cs typeface="+mn-lt"/>
              </a:defRPr>
            </a:lvl2pPr>
            <a:lvl3pPr>
              <a:buNone/>
              <a:defRPr sz="14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lt"/>
                <a:cs typeface="+mn-lt"/>
              </a:defRPr>
            </a:lvl3pPr>
            <a:lvl4pPr>
              <a:buNone/>
              <a:defRPr sz="11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lt"/>
                <a:cs typeface="+mn-lt"/>
              </a:defRPr>
            </a:lvl4pPr>
            <a:lvl5pPr>
              <a:buNone/>
              <a:defRPr sz="11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lt"/>
                <a:cs typeface="+mn-lt"/>
              </a:defRPr>
            </a:lvl5pPr>
          </a:lstStyle>
          <a:p xmlns:a="http://schemas.openxmlformats.org/drawingml/2006/main">
            <a:pPr>
              <a:buNone/>
            </a:pPr>
            <a:r>
              <a:t>按一下以編輯母片文字樣式</a:t>
            </a:r>
          </a:p>
          <a:p xmlns:a="http://schemas.openxmlformats.org/drawingml/2006/main">
            <a:pPr>
              <a:buNone/>
            </a:pPr>
            <a:r>
              <a:t>第二層</a:t>
            </a:r>
          </a:p>
          <a:p xmlns:a="http://schemas.openxmlformats.org/drawingml/2006/main">
            <a:pPr>
              <a:buNone/>
            </a:pPr>
            <a:r>
              <a:t>第三層</a:t>
            </a:r>
          </a:p>
          <a:p xmlns:a="http://schemas.openxmlformats.org/drawingml/2006/main">
            <a:pPr>
              <a:buNone/>
            </a:pPr>
            <a:r>
              <a:t>第四層</a:t>
            </a:r>
          </a:p>
          <a:p xmlns:a="http://schemas.openxmlformats.org/drawingml/2006/main">
            <a:pPr>
              <a:buNone/>
            </a:pPr>
            <a:r>
              <a:t>第五層</a:t>
            </a:r>
          </a:p>
        </p:txBody>
      </p:sp>
      <p:sp>
        <p:nvSpPr>
          <p:cNvPr id="32" name="矩形 31">
            <a:extLst xmlns:a="http://schemas.openxmlformats.org/drawingml/2006/main">
              <a:ext uri="{FF2B5EF4-FFF2-40B4-BE49-F238E27FC236}">
                <a16:creationId xmlns:a16="http://schemas.microsoft.com/office/drawing/2014/main" id="{A7D72995-4DE1-50BA-3791-D3F6089A8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" y="215041"/>
            <a:ext cx="90774" cy="489602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6" name="文字方塊 15">
            <a:extLst xmlns:a="http://schemas.openxmlformats.org/drawingml/2006/main">
              <a:ext uri="{FF2B5EF4-FFF2-40B4-BE49-F238E27FC236}">
                <a16:creationId xmlns:a16="http://schemas.microsoft.com/office/drawing/2014/main" id="{D3855B8F-FD56-5493-53BA-9BEA4C8E3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3945" y="4843722"/>
            <a:ext cx="318579" cy="216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fld id="{C369430E-4B83-46E7-B3D7-8B8ED6213D7E}" type="slidenum">
              <a:rPr sz="750">
                <a:solidFill>
                  <a:schemeClr val="bg1"/>
                </a:solidFill>
                <a:latin typeface="+mn-lt"/>
                <a:ea typeface="+mn-lt"/>
                <a:cs typeface="+mn-lt"/>
              </a:rPr>
              <a:t>‹#›</a:t>
            </a:fld>
          </a:p>
        </p:txBody>
      </p:sp>
      <p:sp>
        <p:nvSpPr>
          <p:cNvPr id="3" name="文字方塊 2">
            <a:extLst xmlns:a="http://schemas.openxmlformats.org/drawingml/2006/main">
              <a:ext uri="{FF2B5EF4-FFF2-40B4-BE49-F238E27FC236}">
                <a16:creationId xmlns:a16="http://schemas.microsoft.com/office/drawing/2014/main" id="{CD0B506F-F4E5-B87B-AF77-E53379167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5689" y="4882300"/>
            <a:ext cx="2703022" cy="16158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50">
                <a:solidFill>
                  <a:schemeClr val="tx1"/>
                </a:solidFill>
                <a:latin typeface="+mn-lt"/>
                <a:ea typeface="+mn-lt"/>
                <a:cs typeface="+mn-lt"/>
              </a:rPr>
              <a:t>[ Confidential ]   [ Security P ]   © </a:t>
            </a:r>
            <a:fld id="{507DB48C-140F-478A-84DB-5E1F8C46EB30}" type="datetimeyyyy">
              <a:rPr sz="450">
                <a:solidFill>
                  <a:schemeClr val="tx1"/>
                </a:solidFill>
                <a:latin typeface="+mn-lt"/>
                <a:ea typeface="+mn-lt"/>
                <a:cs typeface="+mn-lt"/>
              </a:rPr>
              <a:t>2026</a:t>
            </a:fld>
            <a:r>
              <a:rPr sz="450">
                <a:solidFill>
                  <a:schemeClr val="tx1"/>
                </a:solidFill>
                <a:latin typeface="+mn-lt"/>
                <a:ea typeface="+mn-lt"/>
                <a:cs typeface="+mn-lt"/>
              </a:rPr>
              <a:t> Ennostar Inc. &amp; Ennostar Corp. All Rights Reserved.</a:t>
            </a:r>
          </a:p>
        </p:txBody>
      </p:sp>
      <p:sp>
        <p:nvSpPr>
          <p:cNvPr id="15" name="手繪多邊形: 圖案 14">
            <a:extLst xmlns:a="http://schemas.openxmlformats.org/drawingml/2006/main">
              <a:ext uri="{FF2B5EF4-FFF2-40B4-BE49-F238E27FC236}">
                <a16:creationId xmlns:a16="http://schemas.microsoft.com/office/drawing/2014/main" id="{17EDB9B5-1719-92EE-65AC-E8392798B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61704" y="247508"/>
            <a:ext cx="85847" cy="101382"/>
          </a:xfrm>
          <a:custGeom xmlns:a="http://schemas.openxmlformats.org/drawingml/2006/main">
            <a:rect l="l" t="t" r="r" b="b"/>
            <a:pathLst>
              <a:path w="125017" h="147642">
                <a:moveTo>
                  <a:pt x="72709" y="57089"/>
                </a:moveTo>
                <a:cubicBezTo>
                  <a:pt x="62092" y="54476"/>
                  <a:pt x="53031" y="52197"/>
                  <a:pt x="49307" y="50141"/>
                </a:cubicBezTo>
                <a:cubicBezTo>
                  <a:pt x="45582" y="48139"/>
                  <a:pt x="43692" y="45416"/>
                  <a:pt x="43692" y="42080"/>
                </a:cubicBezTo>
                <a:cubicBezTo>
                  <a:pt x="43692" y="38745"/>
                  <a:pt x="45193" y="35743"/>
                  <a:pt x="48195" y="33575"/>
                </a:cubicBezTo>
                <a:cubicBezTo>
                  <a:pt x="51197" y="31407"/>
                  <a:pt x="55088" y="30296"/>
                  <a:pt x="59813" y="30296"/>
                </a:cubicBezTo>
                <a:cubicBezTo>
                  <a:pt x="64260" y="30296"/>
                  <a:pt x="67929" y="31296"/>
                  <a:pt x="70764" y="33242"/>
                </a:cubicBezTo>
                <a:cubicBezTo>
                  <a:pt x="73599" y="35187"/>
                  <a:pt x="75544" y="38134"/>
                  <a:pt x="76545" y="42025"/>
                </a:cubicBezTo>
                <a:lnTo>
                  <a:pt x="117069" y="42025"/>
                </a:lnTo>
                <a:cubicBezTo>
                  <a:pt x="116179" y="30073"/>
                  <a:pt x="110343" y="20123"/>
                  <a:pt x="99614" y="12063"/>
                </a:cubicBezTo>
                <a:cubicBezTo>
                  <a:pt x="88886" y="4002"/>
                  <a:pt x="75989" y="0"/>
                  <a:pt x="61036" y="0"/>
                </a:cubicBezTo>
                <a:cubicBezTo>
                  <a:pt x="43915" y="0"/>
                  <a:pt x="29906" y="4058"/>
                  <a:pt x="18956" y="12174"/>
                </a:cubicBezTo>
                <a:cubicBezTo>
                  <a:pt x="8005" y="20290"/>
                  <a:pt x="2557" y="30740"/>
                  <a:pt x="2557" y="43581"/>
                </a:cubicBezTo>
                <a:cubicBezTo>
                  <a:pt x="2557" y="54365"/>
                  <a:pt x="8505" y="63037"/>
                  <a:pt x="16676" y="69652"/>
                </a:cubicBezTo>
                <a:cubicBezTo>
                  <a:pt x="24959" y="76323"/>
                  <a:pt x="38689" y="81993"/>
                  <a:pt x="57867" y="86718"/>
                </a:cubicBezTo>
                <a:cubicBezTo>
                  <a:pt x="67373" y="89052"/>
                  <a:pt x="73821" y="91443"/>
                  <a:pt x="77156" y="93777"/>
                </a:cubicBezTo>
                <a:cubicBezTo>
                  <a:pt x="80436" y="96112"/>
                  <a:pt x="83938" y="99447"/>
                  <a:pt x="83938" y="103783"/>
                </a:cubicBezTo>
                <a:cubicBezTo>
                  <a:pt x="83938" y="107786"/>
                  <a:pt x="82104" y="111010"/>
                  <a:pt x="78491" y="113511"/>
                </a:cubicBezTo>
                <a:cubicBezTo>
                  <a:pt x="74822" y="116013"/>
                  <a:pt x="70208" y="117291"/>
                  <a:pt x="64538" y="117291"/>
                </a:cubicBezTo>
                <a:cubicBezTo>
                  <a:pt x="58590" y="117291"/>
                  <a:pt x="53698" y="115790"/>
                  <a:pt x="49974" y="112733"/>
                </a:cubicBezTo>
                <a:cubicBezTo>
                  <a:pt x="46249" y="109676"/>
                  <a:pt x="43748" y="105229"/>
                  <a:pt x="42525" y="99392"/>
                </a:cubicBezTo>
                <a:lnTo>
                  <a:pt x="0" y="99392"/>
                </a:lnTo>
                <a:cubicBezTo>
                  <a:pt x="834" y="113734"/>
                  <a:pt x="7115" y="125407"/>
                  <a:pt x="18900" y="134301"/>
                </a:cubicBezTo>
                <a:cubicBezTo>
                  <a:pt x="30685" y="143195"/>
                  <a:pt x="45638" y="147642"/>
                  <a:pt x="63815" y="147642"/>
                </a:cubicBezTo>
                <a:cubicBezTo>
                  <a:pt x="81993" y="147642"/>
                  <a:pt x="96446" y="143251"/>
                  <a:pt x="107841" y="134412"/>
                </a:cubicBezTo>
                <a:cubicBezTo>
                  <a:pt x="119292" y="125629"/>
                  <a:pt x="125018" y="114234"/>
                  <a:pt x="125018" y="100392"/>
                </a:cubicBezTo>
                <a:cubicBezTo>
                  <a:pt x="125018" y="89330"/>
                  <a:pt x="119348" y="80492"/>
                  <a:pt x="111677" y="73821"/>
                </a:cubicBezTo>
                <a:cubicBezTo>
                  <a:pt x="103894" y="67151"/>
                  <a:pt x="90942" y="61592"/>
                  <a:pt x="72821" y="57145"/>
                </a:cubicBezTo>
                <a:close/>
              </a:path>
            </a:pathLst>
          </a:custGeom>
          <a:grp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18" name="手繪多邊形: 圖案 17">
            <a:extLst xmlns:a="http://schemas.openxmlformats.org/drawingml/2006/main">
              <a:ext uri="{FF2B5EF4-FFF2-40B4-BE49-F238E27FC236}">
                <a16:creationId xmlns:a16="http://schemas.microsoft.com/office/drawing/2014/main" id="{B204D236-863F-AE5D-A8E6-C22166173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68308" y="221170"/>
            <a:ext cx="87756" cy="127912"/>
          </a:xfrm>
          <a:custGeom xmlns:a="http://schemas.openxmlformats.org/drawingml/2006/main">
            <a:rect l="l" t="t" r="r" b="b"/>
            <a:pathLst>
              <a:path w="127797" h="186276">
                <a:moveTo>
                  <a:pt x="0" y="183941"/>
                </a:moveTo>
                <a:lnTo>
                  <a:pt x="0" y="2390"/>
                </a:lnTo>
                <a:cubicBezTo>
                  <a:pt x="0" y="1056"/>
                  <a:pt x="1056" y="0"/>
                  <a:pt x="2390" y="0"/>
                </a:cubicBezTo>
                <a:lnTo>
                  <a:pt x="125407" y="0"/>
                </a:lnTo>
                <a:cubicBezTo>
                  <a:pt x="126741" y="0"/>
                  <a:pt x="127797" y="1056"/>
                  <a:pt x="127797" y="2390"/>
                </a:cubicBezTo>
                <a:lnTo>
                  <a:pt x="127797" y="36410"/>
                </a:lnTo>
                <a:cubicBezTo>
                  <a:pt x="127797" y="37744"/>
                  <a:pt x="126741" y="38801"/>
                  <a:pt x="125407" y="38801"/>
                </a:cubicBezTo>
                <a:lnTo>
                  <a:pt x="48139" y="38801"/>
                </a:lnTo>
                <a:cubicBezTo>
                  <a:pt x="46805" y="38801"/>
                  <a:pt x="45749" y="39857"/>
                  <a:pt x="45749" y="41191"/>
                </a:cubicBezTo>
                <a:lnTo>
                  <a:pt x="45749" y="66761"/>
                </a:lnTo>
                <a:cubicBezTo>
                  <a:pt x="45749" y="68096"/>
                  <a:pt x="46805" y="69152"/>
                  <a:pt x="48139" y="69152"/>
                </a:cubicBezTo>
                <a:lnTo>
                  <a:pt x="125407" y="69152"/>
                </a:lnTo>
                <a:cubicBezTo>
                  <a:pt x="126741" y="69152"/>
                  <a:pt x="127797" y="70208"/>
                  <a:pt x="127797" y="71542"/>
                </a:cubicBezTo>
                <a:lnTo>
                  <a:pt x="127797" y="104673"/>
                </a:lnTo>
                <a:cubicBezTo>
                  <a:pt x="127797" y="106007"/>
                  <a:pt x="126741" y="107063"/>
                  <a:pt x="125407" y="107063"/>
                </a:cubicBezTo>
                <a:lnTo>
                  <a:pt x="48139" y="107063"/>
                </a:lnTo>
                <a:cubicBezTo>
                  <a:pt x="46805" y="107063"/>
                  <a:pt x="45749" y="108119"/>
                  <a:pt x="45749" y="109453"/>
                </a:cubicBezTo>
                <a:lnTo>
                  <a:pt x="45749" y="145196"/>
                </a:lnTo>
                <a:cubicBezTo>
                  <a:pt x="45749" y="146531"/>
                  <a:pt x="46805" y="147587"/>
                  <a:pt x="48139" y="147587"/>
                </a:cubicBezTo>
                <a:lnTo>
                  <a:pt x="125407" y="147587"/>
                </a:lnTo>
                <a:cubicBezTo>
                  <a:pt x="126741" y="147587"/>
                  <a:pt x="127797" y="148643"/>
                  <a:pt x="127797" y="149977"/>
                </a:cubicBezTo>
                <a:lnTo>
                  <a:pt x="127797" y="183886"/>
                </a:lnTo>
                <a:cubicBezTo>
                  <a:pt x="127797" y="185220"/>
                  <a:pt x="126741" y="186276"/>
                  <a:pt x="125407" y="186276"/>
                </a:cubicBezTo>
                <a:lnTo>
                  <a:pt x="2390" y="186276"/>
                </a:lnTo>
                <a:cubicBezTo>
                  <a:pt x="1056" y="186276"/>
                  <a:pt x="0" y="185220"/>
                  <a:pt x="0" y="183886"/>
                </a:cubicBezTo>
                <a:close/>
              </a:path>
            </a:pathLst>
          </a:custGeom>
          <a:grp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19" name="手繪多邊形: 圖案 18">
            <a:extLst xmlns:a="http://schemas.openxmlformats.org/drawingml/2006/main">
              <a:ext uri="{FF2B5EF4-FFF2-40B4-BE49-F238E27FC236}">
                <a16:creationId xmlns:a16="http://schemas.microsoft.com/office/drawing/2014/main" id="{C6DF2A49-A57E-7B39-9AF1-1A9E6D57D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63975" y="248119"/>
            <a:ext cx="88939" cy="101001"/>
          </a:xfrm>
          <a:custGeom xmlns:a="http://schemas.openxmlformats.org/drawingml/2006/main">
            <a:rect l="l" t="t" r="r" b="b"/>
            <a:pathLst>
              <a:path w="129520" h="147086">
                <a:moveTo>
                  <a:pt x="0" y="144696"/>
                </a:moveTo>
                <a:lnTo>
                  <a:pt x="0" y="5948"/>
                </a:lnTo>
                <a:cubicBezTo>
                  <a:pt x="0" y="4614"/>
                  <a:pt x="1056" y="3558"/>
                  <a:pt x="2390" y="3558"/>
                </a:cubicBezTo>
                <a:lnTo>
                  <a:pt x="40969" y="3558"/>
                </a:lnTo>
                <a:cubicBezTo>
                  <a:pt x="42303" y="3558"/>
                  <a:pt x="43359" y="4614"/>
                  <a:pt x="43359" y="5948"/>
                </a:cubicBezTo>
                <a:lnTo>
                  <a:pt x="43359" y="23236"/>
                </a:lnTo>
                <a:cubicBezTo>
                  <a:pt x="48028" y="15398"/>
                  <a:pt x="53698" y="9561"/>
                  <a:pt x="60424" y="5726"/>
                </a:cubicBezTo>
                <a:cubicBezTo>
                  <a:pt x="67151" y="1890"/>
                  <a:pt x="75155" y="0"/>
                  <a:pt x="84439" y="0"/>
                </a:cubicBezTo>
                <a:cubicBezTo>
                  <a:pt x="100281" y="0"/>
                  <a:pt x="111788" y="4225"/>
                  <a:pt x="118848" y="12619"/>
                </a:cubicBezTo>
                <a:cubicBezTo>
                  <a:pt x="125963" y="21012"/>
                  <a:pt x="129521" y="34743"/>
                  <a:pt x="129521" y="53754"/>
                </a:cubicBezTo>
                <a:lnTo>
                  <a:pt x="129521" y="144696"/>
                </a:lnTo>
                <a:cubicBezTo>
                  <a:pt x="129521" y="146030"/>
                  <a:pt x="128464" y="147086"/>
                  <a:pt x="127130" y="147086"/>
                </a:cubicBezTo>
                <a:lnTo>
                  <a:pt x="87551" y="147086"/>
                </a:lnTo>
                <a:cubicBezTo>
                  <a:pt x="86217" y="147086"/>
                  <a:pt x="85161" y="146030"/>
                  <a:pt x="85161" y="144696"/>
                </a:cubicBezTo>
                <a:lnTo>
                  <a:pt x="85161" y="74877"/>
                </a:lnTo>
                <a:cubicBezTo>
                  <a:pt x="85161" y="57979"/>
                  <a:pt x="83827" y="47194"/>
                  <a:pt x="81159" y="42581"/>
                </a:cubicBezTo>
                <a:cubicBezTo>
                  <a:pt x="78491" y="37967"/>
                  <a:pt x="73599" y="35632"/>
                  <a:pt x="66484" y="35632"/>
                </a:cubicBezTo>
                <a:cubicBezTo>
                  <a:pt x="58701" y="35632"/>
                  <a:pt x="52976" y="38411"/>
                  <a:pt x="49418" y="43859"/>
                </a:cubicBezTo>
                <a:cubicBezTo>
                  <a:pt x="45860" y="49362"/>
                  <a:pt x="44081" y="58145"/>
                  <a:pt x="44081" y="70208"/>
                </a:cubicBezTo>
                <a:lnTo>
                  <a:pt x="44081" y="144641"/>
                </a:lnTo>
                <a:cubicBezTo>
                  <a:pt x="44081" y="145975"/>
                  <a:pt x="43025" y="147031"/>
                  <a:pt x="41691" y="147031"/>
                </a:cubicBezTo>
                <a:lnTo>
                  <a:pt x="2390" y="147031"/>
                </a:lnTo>
                <a:cubicBezTo>
                  <a:pt x="1056" y="147031"/>
                  <a:pt x="0" y="145975"/>
                  <a:pt x="0" y="144641"/>
                </a:cubicBezTo>
                <a:close/>
              </a:path>
            </a:pathLst>
          </a:custGeom>
          <a:grp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20" name="手繪多邊形: 圖案 19">
            <a:extLst xmlns:a="http://schemas.openxmlformats.org/drawingml/2006/main">
              <a:ext uri="{FF2B5EF4-FFF2-40B4-BE49-F238E27FC236}">
                <a16:creationId xmlns:a16="http://schemas.microsoft.com/office/drawing/2014/main" id="{62CF9680-BF7B-412A-CE95-C87DAF4A5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48506" y="230445"/>
            <a:ext cx="64929" cy="118636"/>
          </a:xfrm>
          <a:custGeom xmlns:a="http://schemas.openxmlformats.org/drawingml/2006/main">
            <a:rect l="l" t="t" r="r" b="b"/>
            <a:pathLst>
              <a:path w="94555" h="172768">
                <a:moveTo>
                  <a:pt x="92165" y="25459"/>
                </a:moveTo>
                <a:lnTo>
                  <a:pt x="72265" y="25459"/>
                </a:lnTo>
                <a:cubicBezTo>
                  <a:pt x="71209" y="25459"/>
                  <a:pt x="70375" y="24626"/>
                  <a:pt x="70375" y="23569"/>
                </a:cubicBezTo>
                <a:lnTo>
                  <a:pt x="70375" y="2390"/>
                </a:lnTo>
                <a:cubicBezTo>
                  <a:pt x="70375" y="1056"/>
                  <a:pt x="69319" y="0"/>
                  <a:pt x="67984" y="0"/>
                </a:cubicBezTo>
                <a:lnTo>
                  <a:pt x="26571" y="0"/>
                </a:lnTo>
                <a:cubicBezTo>
                  <a:pt x="25237" y="0"/>
                  <a:pt x="24181" y="1056"/>
                  <a:pt x="24181" y="2390"/>
                </a:cubicBezTo>
                <a:lnTo>
                  <a:pt x="24181" y="23569"/>
                </a:lnTo>
                <a:cubicBezTo>
                  <a:pt x="24181" y="24626"/>
                  <a:pt x="23347" y="25459"/>
                  <a:pt x="22291" y="25459"/>
                </a:cubicBezTo>
                <a:lnTo>
                  <a:pt x="2390" y="25459"/>
                </a:lnTo>
                <a:cubicBezTo>
                  <a:pt x="1056" y="25459"/>
                  <a:pt x="0" y="26516"/>
                  <a:pt x="0" y="27850"/>
                </a:cubicBezTo>
                <a:lnTo>
                  <a:pt x="0" y="64260"/>
                </a:lnTo>
                <a:cubicBezTo>
                  <a:pt x="0" y="65594"/>
                  <a:pt x="1056" y="66650"/>
                  <a:pt x="2390" y="66650"/>
                </a:cubicBezTo>
                <a:lnTo>
                  <a:pt x="22291" y="66650"/>
                </a:lnTo>
                <a:cubicBezTo>
                  <a:pt x="23347" y="66650"/>
                  <a:pt x="24181" y="67484"/>
                  <a:pt x="24181" y="68540"/>
                </a:cubicBezTo>
                <a:lnTo>
                  <a:pt x="24181" y="170378"/>
                </a:lnTo>
                <a:cubicBezTo>
                  <a:pt x="24181" y="171712"/>
                  <a:pt x="25237" y="172768"/>
                  <a:pt x="26571" y="172768"/>
                </a:cubicBezTo>
                <a:lnTo>
                  <a:pt x="67984" y="172768"/>
                </a:lnTo>
                <a:cubicBezTo>
                  <a:pt x="69319" y="172768"/>
                  <a:pt x="70375" y="171712"/>
                  <a:pt x="70375" y="170378"/>
                </a:cubicBezTo>
                <a:lnTo>
                  <a:pt x="70375" y="68596"/>
                </a:lnTo>
                <a:cubicBezTo>
                  <a:pt x="70375" y="67540"/>
                  <a:pt x="71209" y="66706"/>
                  <a:pt x="72265" y="66706"/>
                </a:cubicBezTo>
                <a:lnTo>
                  <a:pt x="92165" y="66706"/>
                </a:lnTo>
                <a:cubicBezTo>
                  <a:pt x="93499" y="66706"/>
                  <a:pt x="94556" y="65650"/>
                  <a:pt x="94556" y="64316"/>
                </a:cubicBezTo>
                <a:lnTo>
                  <a:pt x="94556" y="27905"/>
                </a:lnTo>
                <a:cubicBezTo>
                  <a:pt x="94556" y="26571"/>
                  <a:pt x="93499" y="25515"/>
                  <a:pt x="92165" y="25515"/>
                </a:cubicBezTo>
                <a:close/>
              </a:path>
            </a:pathLst>
          </a:custGeom>
          <a:grp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21" name="手繪多邊形: 圖案 20">
            <a:extLst xmlns:a="http://schemas.openxmlformats.org/drawingml/2006/main">
              <a:ext uri="{FF2B5EF4-FFF2-40B4-BE49-F238E27FC236}">
                <a16:creationId xmlns:a16="http://schemas.microsoft.com/office/drawing/2014/main" id="{F3EBAF98-77AE-494D-FCA9-F54E34A60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15642" y="248119"/>
            <a:ext cx="103223" cy="100962"/>
          </a:xfrm>
          <a:custGeom xmlns:a="http://schemas.openxmlformats.org/drawingml/2006/main">
            <a:rect l="l" t="t" r="r" b="b"/>
            <a:pathLst>
              <a:path w="150322" h="147030">
                <a:moveTo>
                  <a:pt x="109243" y="2390"/>
                </a:moveTo>
                <a:lnTo>
                  <a:pt x="109243" y="9506"/>
                </a:lnTo>
                <a:cubicBezTo>
                  <a:pt x="96846" y="2613"/>
                  <a:pt x="82227" y="-889"/>
                  <a:pt x="66773" y="500"/>
                </a:cubicBezTo>
                <a:cubicBezTo>
                  <a:pt x="31141" y="3669"/>
                  <a:pt x="2624" y="32741"/>
                  <a:pt x="178" y="68429"/>
                </a:cubicBezTo>
                <a:cubicBezTo>
                  <a:pt x="-2768" y="111343"/>
                  <a:pt x="31141" y="147031"/>
                  <a:pt x="73444" y="147031"/>
                </a:cubicBezTo>
                <a:cubicBezTo>
                  <a:pt x="86451" y="147031"/>
                  <a:pt x="98625" y="143640"/>
                  <a:pt x="109243" y="137748"/>
                </a:cubicBezTo>
                <a:lnTo>
                  <a:pt x="109243" y="144641"/>
                </a:lnTo>
                <a:cubicBezTo>
                  <a:pt x="109243" y="145975"/>
                  <a:pt x="110299" y="147031"/>
                  <a:pt x="111633" y="147031"/>
                </a:cubicBezTo>
                <a:lnTo>
                  <a:pt x="147932" y="147031"/>
                </a:lnTo>
                <a:cubicBezTo>
                  <a:pt x="149266" y="147031"/>
                  <a:pt x="150322" y="145975"/>
                  <a:pt x="150322" y="144641"/>
                </a:cubicBezTo>
                <a:lnTo>
                  <a:pt x="150322" y="2390"/>
                </a:lnTo>
                <a:cubicBezTo>
                  <a:pt x="150322" y="1056"/>
                  <a:pt x="149266" y="0"/>
                  <a:pt x="147932" y="0"/>
                </a:cubicBezTo>
                <a:lnTo>
                  <a:pt x="111633" y="0"/>
                </a:lnTo>
                <a:cubicBezTo>
                  <a:pt x="110299" y="0"/>
                  <a:pt x="109243" y="1056"/>
                  <a:pt x="109243" y="2390"/>
                </a:cubicBezTo>
                <a:close/>
                <a:moveTo>
                  <a:pt x="76724" y="105673"/>
                </a:moveTo>
                <a:cubicBezTo>
                  <a:pt x="56378" y="107730"/>
                  <a:pt x="39368" y="90720"/>
                  <a:pt x="41369" y="70319"/>
                </a:cubicBezTo>
                <a:cubicBezTo>
                  <a:pt x="42870" y="55255"/>
                  <a:pt x="55044" y="43081"/>
                  <a:pt x="70109" y="41580"/>
                </a:cubicBezTo>
                <a:cubicBezTo>
                  <a:pt x="90454" y="39523"/>
                  <a:pt x="107464" y="56533"/>
                  <a:pt x="105463" y="76879"/>
                </a:cubicBezTo>
                <a:cubicBezTo>
                  <a:pt x="103962" y="91943"/>
                  <a:pt x="91788" y="104172"/>
                  <a:pt x="76724" y="105673"/>
                </a:cubicBezTo>
                <a:close/>
              </a:path>
            </a:pathLst>
          </a:custGeom>
          <a:grp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22" name="手繪多邊形: 圖案 21">
            <a:extLst xmlns:a="http://schemas.openxmlformats.org/drawingml/2006/main">
              <a:ext uri="{FF2B5EF4-FFF2-40B4-BE49-F238E27FC236}">
                <a16:creationId xmlns:a16="http://schemas.microsoft.com/office/drawing/2014/main" id="{A557B764-00A0-46B9-4028-596AFBFE7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28371" y="248081"/>
            <a:ext cx="71457" cy="101001"/>
          </a:xfrm>
          <a:custGeom xmlns:a="http://schemas.openxmlformats.org/drawingml/2006/main">
            <a:rect l="l" t="t" r="r" b="b"/>
            <a:pathLst>
              <a:path w="104061" h="147086">
                <a:moveTo>
                  <a:pt x="73321" y="167"/>
                </a:moveTo>
                <a:cubicBezTo>
                  <a:pt x="61759" y="167"/>
                  <a:pt x="50808" y="2835"/>
                  <a:pt x="41080" y="7616"/>
                </a:cubicBezTo>
                <a:lnTo>
                  <a:pt x="41080" y="2390"/>
                </a:lnTo>
                <a:cubicBezTo>
                  <a:pt x="41080" y="1056"/>
                  <a:pt x="40024" y="0"/>
                  <a:pt x="38689" y="0"/>
                </a:cubicBezTo>
                <a:lnTo>
                  <a:pt x="2390" y="0"/>
                </a:lnTo>
                <a:cubicBezTo>
                  <a:pt x="1056" y="0"/>
                  <a:pt x="0" y="1056"/>
                  <a:pt x="0" y="2390"/>
                </a:cubicBezTo>
                <a:lnTo>
                  <a:pt x="0" y="144696"/>
                </a:lnTo>
                <a:cubicBezTo>
                  <a:pt x="0" y="146030"/>
                  <a:pt x="1056" y="147086"/>
                  <a:pt x="2390" y="147086"/>
                </a:cubicBezTo>
                <a:lnTo>
                  <a:pt x="38689" y="147086"/>
                </a:lnTo>
                <a:cubicBezTo>
                  <a:pt x="40024" y="147086"/>
                  <a:pt x="41080" y="146030"/>
                  <a:pt x="41080" y="144696"/>
                </a:cubicBezTo>
                <a:lnTo>
                  <a:pt x="41080" y="65427"/>
                </a:lnTo>
                <a:cubicBezTo>
                  <a:pt x="41135" y="47639"/>
                  <a:pt x="60313" y="36021"/>
                  <a:pt x="85884" y="43915"/>
                </a:cubicBezTo>
                <a:lnTo>
                  <a:pt x="104061" y="6837"/>
                </a:lnTo>
                <a:cubicBezTo>
                  <a:pt x="94722" y="2557"/>
                  <a:pt x="84327" y="167"/>
                  <a:pt x="73376" y="167"/>
                </a:cubicBezTo>
                <a:close/>
              </a:path>
            </a:pathLst>
          </a:custGeom>
          <a:grp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23" name="手繪多邊形: 圖案 22">
            <a:extLst xmlns:a="http://schemas.openxmlformats.org/drawingml/2006/main">
              <a:ext uri="{FF2B5EF4-FFF2-40B4-BE49-F238E27FC236}">
                <a16:creationId xmlns:a16="http://schemas.microsoft.com/office/drawing/2014/main" id="{3394AF1E-F464-9D64-F738-F1D4A9E6B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65531" y="248119"/>
            <a:ext cx="88939" cy="101001"/>
          </a:xfrm>
          <a:custGeom xmlns:a="http://schemas.openxmlformats.org/drawingml/2006/main">
            <a:rect l="l" t="t" r="r" b="b"/>
            <a:pathLst>
              <a:path w="129520" h="147086">
                <a:moveTo>
                  <a:pt x="0" y="144696"/>
                </a:moveTo>
                <a:lnTo>
                  <a:pt x="0" y="5948"/>
                </a:lnTo>
                <a:cubicBezTo>
                  <a:pt x="0" y="4614"/>
                  <a:pt x="1056" y="3558"/>
                  <a:pt x="2390" y="3558"/>
                </a:cubicBezTo>
                <a:lnTo>
                  <a:pt x="40969" y="3558"/>
                </a:lnTo>
                <a:cubicBezTo>
                  <a:pt x="42303" y="3558"/>
                  <a:pt x="43359" y="4614"/>
                  <a:pt x="43359" y="5948"/>
                </a:cubicBezTo>
                <a:lnTo>
                  <a:pt x="43359" y="23236"/>
                </a:lnTo>
                <a:cubicBezTo>
                  <a:pt x="48028" y="15398"/>
                  <a:pt x="53698" y="9561"/>
                  <a:pt x="60424" y="5726"/>
                </a:cubicBezTo>
                <a:cubicBezTo>
                  <a:pt x="67151" y="1890"/>
                  <a:pt x="75155" y="0"/>
                  <a:pt x="84439" y="0"/>
                </a:cubicBezTo>
                <a:cubicBezTo>
                  <a:pt x="100281" y="0"/>
                  <a:pt x="111788" y="4225"/>
                  <a:pt x="118848" y="12619"/>
                </a:cubicBezTo>
                <a:cubicBezTo>
                  <a:pt x="125963" y="21012"/>
                  <a:pt x="129521" y="34743"/>
                  <a:pt x="129521" y="53754"/>
                </a:cubicBezTo>
                <a:lnTo>
                  <a:pt x="129521" y="144696"/>
                </a:lnTo>
                <a:cubicBezTo>
                  <a:pt x="129521" y="146030"/>
                  <a:pt x="128464" y="147086"/>
                  <a:pt x="127130" y="147086"/>
                </a:cubicBezTo>
                <a:lnTo>
                  <a:pt x="87551" y="147086"/>
                </a:lnTo>
                <a:cubicBezTo>
                  <a:pt x="86217" y="147086"/>
                  <a:pt x="85161" y="146030"/>
                  <a:pt x="85161" y="144696"/>
                </a:cubicBezTo>
                <a:lnTo>
                  <a:pt x="85161" y="74877"/>
                </a:lnTo>
                <a:cubicBezTo>
                  <a:pt x="85161" y="57979"/>
                  <a:pt x="83827" y="47194"/>
                  <a:pt x="81159" y="42581"/>
                </a:cubicBezTo>
                <a:cubicBezTo>
                  <a:pt x="78491" y="37967"/>
                  <a:pt x="73599" y="35632"/>
                  <a:pt x="66484" y="35632"/>
                </a:cubicBezTo>
                <a:cubicBezTo>
                  <a:pt x="58701" y="35632"/>
                  <a:pt x="52976" y="38411"/>
                  <a:pt x="49418" y="43859"/>
                </a:cubicBezTo>
                <a:cubicBezTo>
                  <a:pt x="45860" y="49362"/>
                  <a:pt x="44081" y="58145"/>
                  <a:pt x="44081" y="70208"/>
                </a:cubicBezTo>
                <a:lnTo>
                  <a:pt x="44081" y="144641"/>
                </a:lnTo>
                <a:cubicBezTo>
                  <a:pt x="44081" y="145975"/>
                  <a:pt x="43025" y="147031"/>
                  <a:pt x="41691" y="147031"/>
                </a:cubicBezTo>
                <a:lnTo>
                  <a:pt x="2390" y="147031"/>
                </a:lnTo>
                <a:cubicBezTo>
                  <a:pt x="1056" y="147031"/>
                  <a:pt x="0" y="145975"/>
                  <a:pt x="0" y="144641"/>
                </a:cubicBezTo>
                <a:close/>
              </a:path>
            </a:pathLst>
          </a:custGeom>
          <a:grp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24" name="手繪多邊形: 圖案 23">
            <a:extLst xmlns:a="http://schemas.openxmlformats.org/drawingml/2006/main">
              <a:ext uri="{FF2B5EF4-FFF2-40B4-BE49-F238E27FC236}">
                <a16:creationId xmlns:a16="http://schemas.microsoft.com/office/drawing/2014/main" id="{2AAEA814-7EBB-6340-75B9-979BE5318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56973" y="248280"/>
            <a:ext cx="100748" cy="100754"/>
          </a:xfrm>
          <a:custGeom xmlns:a="http://schemas.openxmlformats.org/drawingml/2006/main">
            <a:rect l="l" t="t" r="r" b="b"/>
            <a:pathLst>
              <a:path w="146717" h="146727">
                <a:moveTo>
                  <a:pt x="77195" y="98"/>
                </a:moveTo>
                <a:cubicBezTo>
                  <a:pt x="33669" y="-2125"/>
                  <a:pt x="-2074" y="33674"/>
                  <a:pt x="94" y="77199"/>
                </a:cubicBezTo>
                <a:cubicBezTo>
                  <a:pt x="1984" y="114499"/>
                  <a:pt x="32279" y="144739"/>
                  <a:pt x="69523" y="146629"/>
                </a:cubicBezTo>
                <a:cubicBezTo>
                  <a:pt x="113049" y="148852"/>
                  <a:pt x="148792" y="113054"/>
                  <a:pt x="146624" y="69528"/>
                </a:cubicBezTo>
                <a:cubicBezTo>
                  <a:pt x="144734" y="32228"/>
                  <a:pt x="114439" y="1988"/>
                  <a:pt x="77195" y="98"/>
                </a:cubicBezTo>
                <a:close/>
                <a:moveTo>
                  <a:pt x="77306" y="105716"/>
                </a:moveTo>
                <a:cubicBezTo>
                  <a:pt x="56905" y="107717"/>
                  <a:pt x="39950" y="90763"/>
                  <a:pt x="41952" y="70362"/>
                </a:cubicBezTo>
                <a:cubicBezTo>
                  <a:pt x="43453" y="55297"/>
                  <a:pt x="55626" y="43068"/>
                  <a:pt x="70746" y="41567"/>
                </a:cubicBezTo>
                <a:cubicBezTo>
                  <a:pt x="91147" y="39566"/>
                  <a:pt x="108102" y="56520"/>
                  <a:pt x="106100" y="76921"/>
                </a:cubicBezTo>
                <a:cubicBezTo>
                  <a:pt x="104600" y="91986"/>
                  <a:pt x="92426" y="104215"/>
                  <a:pt x="77306" y="105716"/>
                </a:cubicBezTo>
                <a:close/>
              </a:path>
            </a:pathLst>
          </a:custGeom>
          <a:grp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preserve="1" userDrawn="1">
  <p:cSld name="5_標題及內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3A4F3AE4-856A-5163-E627-6D01F6F54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8710" y="4882300"/>
            <a:ext cx="555290" cy="138845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" name="標題 1">
            <a:extLst xmlns:a="http://schemas.openxmlformats.org/drawingml/2006/main">
              <a:ext uri="{FF2B5EF4-FFF2-40B4-BE49-F238E27FC236}">
                <a16:creationId xmlns:a16="http://schemas.microsoft.com/office/drawing/2014/main" id="{AEBB7CB2-1955-D989-E545-7BF83BF7CF4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81560" y="224043"/>
            <a:ext cx="7876108" cy="480600"/>
          </a:xfrm>
        </p:spPr>
        <p:txBody>
          <a:bodyPr xmlns:a="http://schemas.openxmlformats.org/drawingml/2006/main" lIns="0">
            <a:normAutofit/>
          </a:bodyPr>
          <a:lstStyle xmlns:a="http://schemas.openxmlformats.org/drawingml/2006/main">
            <a:lvl1pPr>
              <a:buNone/>
              <a:defRPr sz="24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r>
              <a:t>按一下以編輯母片標題樣式</a:t>
            </a:r>
          </a:p>
        </p:txBody>
      </p:sp>
      <p:sp>
        <p:nvSpPr>
          <p:cNvPr id="33" name="矩形 32">
            <a:extLst xmlns:a="http://schemas.openxmlformats.org/drawingml/2006/main">
              <a:ext uri="{FF2B5EF4-FFF2-40B4-BE49-F238E27FC236}">
                <a16:creationId xmlns:a16="http://schemas.microsoft.com/office/drawing/2014/main" id="{E0D9EC2D-1B5D-DDD1-D251-5D5AFEBF2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" y="-2926"/>
            <a:ext cx="90776" cy="273471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內容版面配置區 20">
            <a:extLst xmlns:a="http://schemas.openxmlformats.org/drawingml/2006/main">
              <a:ext uri="{FF2B5EF4-FFF2-40B4-BE49-F238E27FC236}">
                <a16:creationId xmlns:a16="http://schemas.microsoft.com/office/drawing/2014/main" id="{86793429-E52D-409F-BE00-70DBB794190F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192854" y="841773"/>
            <a:ext cx="8761837" cy="3963372"/>
          </a:xfrm>
        </p:spPr>
        <p:txBody>
          <a:bodyPr xmlns:a="http://schemas.openxmlformats.org/drawingml/2006/main" lIns="36000">
            <a:normAutofit/>
          </a:bodyPr>
          <a:lstStyle xmlns:a="http://schemas.openxmlformats.org/drawingml/2006/main">
            <a:lvl1pPr>
              <a:buNone/>
              <a:defRPr sz="16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lt"/>
                <a:cs typeface="+mn-lt"/>
              </a:defRPr>
            </a:lvl1pPr>
            <a:lvl2pPr>
              <a:buNone/>
              <a:defRPr sz="14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lt"/>
                <a:cs typeface="+mn-lt"/>
              </a:defRPr>
            </a:lvl2pPr>
            <a:lvl3pPr>
              <a:buNone/>
              <a:defRPr sz="14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lt"/>
                <a:cs typeface="+mn-lt"/>
              </a:defRPr>
            </a:lvl3pPr>
            <a:lvl4pPr>
              <a:buNone/>
              <a:defRPr sz="11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lt"/>
                <a:cs typeface="+mn-lt"/>
              </a:defRPr>
            </a:lvl4pPr>
            <a:lvl5pPr>
              <a:buNone/>
              <a:defRPr sz="11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lt"/>
                <a:cs typeface="+mn-lt"/>
              </a:defRPr>
            </a:lvl5pPr>
          </a:lstStyle>
          <a:p xmlns:a="http://schemas.openxmlformats.org/drawingml/2006/main">
            <a:pPr>
              <a:buNone/>
            </a:pPr>
            <a:r>
              <a:t>按一下以編輯母片文字樣式</a:t>
            </a:r>
          </a:p>
          <a:p xmlns:a="http://schemas.openxmlformats.org/drawingml/2006/main">
            <a:pPr>
              <a:buNone/>
            </a:pPr>
            <a:r>
              <a:t>第二層</a:t>
            </a:r>
          </a:p>
          <a:p xmlns:a="http://schemas.openxmlformats.org/drawingml/2006/main">
            <a:pPr>
              <a:buNone/>
            </a:pPr>
            <a:r>
              <a:t>第三層</a:t>
            </a:r>
          </a:p>
          <a:p xmlns:a="http://schemas.openxmlformats.org/drawingml/2006/main">
            <a:pPr>
              <a:buNone/>
            </a:pPr>
            <a:r>
              <a:t>第四層</a:t>
            </a:r>
          </a:p>
          <a:p xmlns:a="http://schemas.openxmlformats.org/drawingml/2006/main">
            <a:pPr>
              <a:buNone/>
            </a:pPr>
            <a:r>
              <a:t>第五層</a:t>
            </a:r>
          </a:p>
        </p:txBody>
      </p:sp>
      <p:sp>
        <p:nvSpPr>
          <p:cNvPr id="32" name="矩形 31">
            <a:extLst xmlns:a="http://schemas.openxmlformats.org/drawingml/2006/main">
              <a:ext uri="{FF2B5EF4-FFF2-40B4-BE49-F238E27FC236}">
                <a16:creationId xmlns:a16="http://schemas.microsoft.com/office/drawing/2014/main" id="{A7D72995-4DE1-50BA-3791-D3F6089A8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" y="215041"/>
            <a:ext cx="90774" cy="489602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6" name="文字方塊 15">
            <a:extLst xmlns:a="http://schemas.openxmlformats.org/drawingml/2006/main">
              <a:ext uri="{FF2B5EF4-FFF2-40B4-BE49-F238E27FC236}">
                <a16:creationId xmlns:a16="http://schemas.microsoft.com/office/drawing/2014/main" id="{D3855B8F-FD56-5493-53BA-9BEA4C8E3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3945" y="4843722"/>
            <a:ext cx="318579" cy="216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fld id="{C369430E-4B83-46E7-B3D7-8B8ED6213D7E}" type="slidenum">
              <a:rPr sz="750">
                <a:solidFill>
                  <a:schemeClr val="bg1"/>
                </a:solidFill>
                <a:latin typeface="+mn-lt"/>
                <a:ea typeface="+mn-lt"/>
                <a:cs typeface="+mn-lt"/>
              </a:rPr>
              <a:t>‹#›</a:t>
            </a:fld>
          </a:p>
        </p:txBody>
      </p:sp>
      <p:sp>
        <p:nvSpPr>
          <p:cNvPr id="3" name="文字方塊 2">
            <a:extLst xmlns:a="http://schemas.openxmlformats.org/drawingml/2006/main">
              <a:ext uri="{FF2B5EF4-FFF2-40B4-BE49-F238E27FC236}">
                <a16:creationId xmlns:a16="http://schemas.microsoft.com/office/drawing/2014/main" id="{1890509B-3FFF-67B9-2EFB-D202760AD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5689" y="4882300"/>
            <a:ext cx="2703022" cy="16158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50">
                <a:solidFill>
                  <a:schemeClr val="tx1"/>
                </a:solidFill>
                <a:latin typeface="+mn-lt"/>
                <a:ea typeface="+mn-lt"/>
                <a:cs typeface="+mn-lt"/>
              </a:rPr>
              <a:t>[ Confidential ]   [ Security P ]   © </a:t>
            </a:r>
            <a:fld id="{507DB48C-140F-478A-84DB-5E1F8C46EB30}" type="datetimeyyyy">
              <a:rPr sz="450">
                <a:solidFill>
                  <a:schemeClr val="tx1"/>
                </a:solidFill>
                <a:latin typeface="+mn-lt"/>
                <a:ea typeface="+mn-lt"/>
                <a:cs typeface="+mn-lt"/>
              </a:rPr>
              <a:t>2026</a:t>
            </a:fld>
            <a:r>
              <a:rPr sz="450">
                <a:solidFill>
                  <a:schemeClr val="tx1"/>
                </a:solidFill>
                <a:latin typeface="+mn-lt"/>
                <a:ea typeface="+mn-lt"/>
                <a:cs typeface="+mn-lt"/>
              </a:rPr>
              <a:t> Ennostar Inc. &amp; Ennostar Corp. All Rights Reserved.</a:t>
            </a:r>
          </a:p>
        </p:txBody>
      </p:sp>
      <p:sp>
        <p:nvSpPr>
          <p:cNvPr id="15" name="手繪多邊形: 圖案 14">
            <a:extLst xmlns:a="http://schemas.openxmlformats.org/drawingml/2006/main">
              <a:ext uri="{FF2B5EF4-FFF2-40B4-BE49-F238E27FC236}">
                <a16:creationId xmlns:a16="http://schemas.microsoft.com/office/drawing/2014/main" id="{D0D72D94-1389-9377-5290-4C58495F7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61704" y="247508"/>
            <a:ext cx="85847" cy="101382"/>
          </a:xfrm>
          <a:custGeom xmlns:a="http://schemas.openxmlformats.org/drawingml/2006/main">
            <a:rect l="l" t="t" r="r" b="b"/>
            <a:pathLst>
              <a:path w="125017" h="147642">
                <a:moveTo>
                  <a:pt x="72709" y="57089"/>
                </a:moveTo>
                <a:cubicBezTo>
                  <a:pt x="62092" y="54476"/>
                  <a:pt x="53031" y="52197"/>
                  <a:pt x="49307" y="50141"/>
                </a:cubicBezTo>
                <a:cubicBezTo>
                  <a:pt x="45582" y="48139"/>
                  <a:pt x="43692" y="45416"/>
                  <a:pt x="43692" y="42080"/>
                </a:cubicBezTo>
                <a:cubicBezTo>
                  <a:pt x="43692" y="38745"/>
                  <a:pt x="45193" y="35743"/>
                  <a:pt x="48195" y="33575"/>
                </a:cubicBezTo>
                <a:cubicBezTo>
                  <a:pt x="51197" y="31407"/>
                  <a:pt x="55088" y="30296"/>
                  <a:pt x="59813" y="30296"/>
                </a:cubicBezTo>
                <a:cubicBezTo>
                  <a:pt x="64260" y="30296"/>
                  <a:pt x="67929" y="31296"/>
                  <a:pt x="70764" y="33242"/>
                </a:cubicBezTo>
                <a:cubicBezTo>
                  <a:pt x="73599" y="35187"/>
                  <a:pt x="75544" y="38134"/>
                  <a:pt x="76545" y="42025"/>
                </a:cubicBezTo>
                <a:lnTo>
                  <a:pt x="117069" y="42025"/>
                </a:lnTo>
                <a:cubicBezTo>
                  <a:pt x="116179" y="30073"/>
                  <a:pt x="110343" y="20123"/>
                  <a:pt x="99614" y="12063"/>
                </a:cubicBezTo>
                <a:cubicBezTo>
                  <a:pt x="88886" y="4002"/>
                  <a:pt x="75989" y="0"/>
                  <a:pt x="61036" y="0"/>
                </a:cubicBezTo>
                <a:cubicBezTo>
                  <a:pt x="43915" y="0"/>
                  <a:pt x="29906" y="4058"/>
                  <a:pt x="18956" y="12174"/>
                </a:cubicBezTo>
                <a:cubicBezTo>
                  <a:pt x="8005" y="20290"/>
                  <a:pt x="2557" y="30740"/>
                  <a:pt x="2557" y="43581"/>
                </a:cubicBezTo>
                <a:cubicBezTo>
                  <a:pt x="2557" y="54365"/>
                  <a:pt x="8505" y="63037"/>
                  <a:pt x="16676" y="69652"/>
                </a:cubicBezTo>
                <a:cubicBezTo>
                  <a:pt x="24959" y="76323"/>
                  <a:pt x="38689" y="81993"/>
                  <a:pt x="57867" y="86718"/>
                </a:cubicBezTo>
                <a:cubicBezTo>
                  <a:pt x="67373" y="89052"/>
                  <a:pt x="73821" y="91443"/>
                  <a:pt x="77156" y="93777"/>
                </a:cubicBezTo>
                <a:cubicBezTo>
                  <a:pt x="80436" y="96112"/>
                  <a:pt x="83938" y="99447"/>
                  <a:pt x="83938" y="103783"/>
                </a:cubicBezTo>
                <a:cubicBezTo>
                  <a:pt x="83938" y="107786"/>
                  <a:pt x="82104" y="111010"/>
                  <a:pt x="78491" y="113511"/>
                </a:cubicBezTo>
                <a:cubicBezTo>
                  <a:pt x="74822" y="116013"/>
                  <a:pt x="70208" y="117291"/>
                  <a:pt x="64538" y="117291"/>
                </a:cubicBezTo>
                <a:cubicBezTo>
                  <a:pt x="58590" y="117291"/>
                  <a:pt x="53698" y="115790"/>
                  <a:pt x="49974" y="112733"/>
                </a:cubicBezTo>
                <a:cubicBezTo>
                  <a:pt x="46249" y="109676"/>
                  <a:pt x="43748" y="105229"/>
                  <a:pt x="42525" y="99392"/>
                </a:cubicBezTo>
                <a:lnTo>
                  <a:pt x="0" y="99392"/>
                </a:lnTo>
                <a:cubicBezTo>
                  <a:pt x="834" y="113734"/>
                  <a:pt x="7115" y="125407"/>
                  <a:pt x="18900" y="134301"/>
                </a:cubicBezTo>
                <a:cubicBezTo>
                  <a:pt x="30685" y="143195"/>
                  <a:pt x="45638" y="147642"/>
                  <a:pt x="63815" y="147642"/>
                </a:cubicBezTo>
                <a:cubicBezTo>
                  <a:pt x="81993" y="147642"/>
                  <a:pt x="96446" y="143251"/>
                  <a:pt x="107841" y="134412"/>
                </a:cubicBezTo>
                <a:cubicBezTo>
                  <a:pt x="119292" y="125629"/>
                  <a:pt x="125018" y="114234"/>
                  <a:pt x="125018" y="100392"/>
                </a:cubicBezTo>
                <a:cubicBezTo>
                  <a:pt x="125018" y="89330"/>
                  <a:pt x="119348" y="80492"/>
                  <a:pt x="111677" y="73821"/>
                </a:cubicBezTo>
                <a:cubicBezTo>
                  <a:pt x="103894" y="67151"/>
                  <a:pt x="90942" y="61592"/>
                  <a:pt x="72821" y="57145"/>
                </a:cubicBezTo>
                <a:close/>
              </a:path>
            </a:pathLst>
          </a:custGeom>
          <a:grp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18" name="手繪多邊形: 圖案 17">
            <a:extLst xmlns:a="http://schemas.openxmlformats.org/drawingml/2006/main">
              <a:ext uri="{FF2B5EF4-FFF2-40B4-BE49-F238E27FC236}">
                <a16:creationId xmlns:a16="http://schemas.microsoft.com/office/drawing/2014/main" id="{01D088CB-CC88-1FE0-3AC1-3F519437D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68308" y="221170"/>
            <a:ext cx="87756" cy="127912"/>
          </a:xfrm>
          <a:custGeom xmlns:a="http://schemas.openxmlformats.org/drawingml/2006/main">
            <a:rect l="l" t="t" r="r" b="b"/>
            <a:pathLst>
              <a:path w="127797" h="186276">
                <a:moveTo>
                  <a:pt x="0" y="183941"/>
                </a:moveTo>
                <a:lnTo>
                  <a:pt x="0" y="2390"/>
                </a:lnTo>
                <a:cubicBezTo>
                  <a:pt x="0" y="1056"/>
                  <a:pt x="1056" y="0"/>
                  <a:pt x="2390" y="0"/>
                </a:cubicBezTo>
                <a:lnTo>
                  <a:pt x="125407" y="0"/>
                </a:lnTo>
                <a:cubicBezTo>
                  <a:pt x="126741" y="0"/>
                  <a:pt x="127797" y="1056"/>
                  <a:pt x="127797" y="2390"/>
                </a:cubicBezTo>
                <a:lnTo>
                  <a:pt x="127797" y="36410"/>
                </a:lnTo>
                <a:cubicBezTo>
                  <a:pt x="127797" y="37744"/>
                  <a:pt x="126741" y="38801"/>
                  <a:pt x="125407" y="38801"/>
                </a:cubicBezTo>
                <a:lnTo>
                  <a:pt x="48139" y="38801"/>
                </a:lnTo>
                <a:cubicBezTo>
                  <a:pt x="46805" y="38801"/>
                  <a:pt x="45749" y="39857"/>
                  <a:pt x="45749" y="41191"/>
                </a:cubicBezTo>
                <a:lnTo>
                  <a:pt x="45749" y="66761"/>
                </a:lnTo>
                <a:cubicBezTo>
                  <a:pt x="45749" y="68096"/>
                  <a:pt x="46805" y="69152"/>
                  <a:pt x="48139" y="69152"/>
                </a:cubicBezTo>
                <a:lnTo>
                  <a:pt x="125407" y="69152"/>
                </a:lnTo>
                <a:cubicBezTo>
                  <a:pt x="126741" y="69152"/>
                  <a:pt x="127797" y="70208"/>
                  <a:pt x="127797" y="71542"/>
                </a:cubicBezTo>
                <a:lnTo>
                  <a:pt x="127797" y="104673"/>
                </a:lnTo>
                <a:cubicBezTo>
                  <a:pt x="127797" y="106007"/>
                  <a:pt x="126741" y="107063"/>
                  <a:pt x="125407" y="107063"/>
                </a:cubicBezTo>
                <a:lnTo>
                  <a:pt x="48139" y="107063"/>
                </a:lnTo>
                <a:cubicBezTo>
                  <a:pt x="46805" y="107063"/>
                  <a:pt x="45749" y="108119"/>
                  <a:pt x="45749" y="109453"/>
                </a:cubicBezTo>
                <a:lnTo>
                  <a:pt x="45749" y="145196"/>
                </a:lnTo>
                <a:cubicBezTo>
                  <a:pt x="45749" y="146531"/>
                  <a:pt x="46805" y="147587"/>
                  <a:pt x="48139" y="147587"/>
                </a:cubicBezTo>
                <a:lnTo>
                  <a:pt x="125407" y="147587"/>
                </a:lnTo>
                <a:cubicBezTo>
                  <a:pt x="126741" y="147587"/>
                  <a:pt x="127797" y="148643"/>
                  <a:pt x="127797" y="149977"/>
                </a:cubicBezTo>
                <a:lnTo>
                  <a:pt x="127797" y="183886"/>
                </a:lnTo>
                <a:cubicBezTo>
                  <a:pt x="127797" y="185220"/>
                  <a:pt x="126741" y="186276"/>
                  <a:pt x="125407" y="186276"/>
                </a:cubicBezTo>
                <a:lnTo>
                  <a:pt x="2390" y="186276"/>
                </a:lnTo>
                <a:cubicBezTo>
                  <a:pt x="1056" y="186276"/>
                  <a:pt x="0" y="185220"/>
                  <a:pt x="0" y="183886"/>
                </a:cubicBezTo>
                <a:close/>
              </a:path>
            </a:pathLst>
          </a:custGeom>
          <a:grp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19" name="手繪多邊形: 圖案 18">
            <a:extLst xmlns:a="http://schemas.openxmlformats.org/drawingml/2006/main">
              <a:ext uri="{FF2B5EF4-FFF2-40B4-BE49-F238E27FC236}">
                <a16:creationId xmlns:a16="http://schemas.microsoft.com/office/drawing/2014/main" id="{C3AD385E-3EFE-FBA2-F94C-546C89820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63975" y="248119"/>
            <a:ext cx="88939" cy="101001"/>
          </a:xfrm>
          <a:custGeom xmlns:a="http://schemas.openxmlformats.org/drawingml/2006/main">
            <a:rect l="l" t="t" r="r" b="b"/>
            <a:pathLst>
              <a:path w="129520" h="147086">
                <a:moveTo>
                  <a:pt x="0" y="144696"/>
                </a:moveTo>
                <a:lnTo>
                  <a:pt x="0" y="5948"/>
                </a:lnTo>
                <a:cubicBezTo>
                  <a:pt x="0" y="4614"/>
                  <a:pt x="1056" y="3558"/>
                  <a:pt x="2390" y="3558"/>
                </a:cubicBezTo>
                <a:lnTo>
                  <a:pt x="40969" y="3558"/>
                </a:lnTo>
                <a:cubicBezTo>
                  <a:pt x="42303" y="3558"/>
                  <a:pt x="43359" y="4614"/>
                  <a:pt x="43359" y="5948"/>
                </a:cubicBezTo>
                <a:lnTo>
                  <a:pt x="43359" y="23236"/>
                </a:lnTo>
                <a:cubicBezTo>
                  <a:pt x="48028" y="15398"/>
                  <a:pt x="53698" y="9561"/>
                  <a:pt x="60424" y="5726"/>
                </a:cubicBezTo>
                <a:cubicBezTo>
                  <a:pt x="67151" y="1890"/>
                  <a:pt x="75155" y="0"/>
                  <a:pt x="84439" y="0"/>
                </a:cubicBezTo>
                <a:cubicBezTo>
                  <a:pt x="100281" y="0"/>
                  <a:pt x="111788" y="4225"/>
                  <a:pt x="118848" y="12619"/>
                </a:cubicBezTo>
                <a:cubicBezTo>
                  <a:pt x="125963" y="21012"/>
                  <a:pt x="129521" y="34743"/>
                  <a:pt x="129521" y="53754"/>
                </a:cubicBezTo>
                <a:lnTo>
                  <a:pt x="129521" y="144696"/>
                </a:lnTo>
                <a:cubicBezTo>
                  <a:pt x="129521" y="146030"/>
                  <a:pt x="128464" y="147086"/>
                  <a:pt x="127130" y="147086"/>
                </a:cubicBezTo>
                <a:lnTo>
                  <a:pt x="87551" y="147086"/>
                </a:lnTo>
                <a:cubicBezTo>
                  <a:pt x="86217" y="147086"/>
                  <a:pt x="85161" y="146030"/>
                  <a:pt x="85161" y="144696"/>
                </a:cubicBezTo>
                <a:lnTo>
                  <a:pt x="85161" y="74877"/>
                </a:lnTo>
                <a:cubicBezTo>
                  <a:pt x="85161" y="57979"/>
                  <a:pt x="83827" y="47194"/>
                  <a:pt x="81159" y="42581"/>
                </a:cubicBezTo>
                <a:cubicBezTo>
                  <a:pt x="78491" y="37967"/>
                  <a:pt x="73599" y="35632"/>
                  <a:pt x="66484" y="35632"/>
                </a:cubicBezTo>
                <a:cubicBezTo>
                  <a:pt x="58701" y="35632"/>
                  <a:pt x="52976" y="38411"/>
                  <a:pt x="49418" y="43859"/>
                </a:cubicBezTo>
                <a:cubicBezTo>
                  <a:pt x="45860" y="49362"/>
                  <a:pt x="44081" y="58145"/>
                  <a:pt x="44081" y="70208"/>
                </a:cubicBezTo>
                <a:lnTo>
                  <a:pt x="44081" y="144641"/>
                </a:lnTo>
                <a:cubicBezTo>
                  <a:pt x="44081" y="145975"/>
                  <a:pt x="43025" y="147031"/>
                  <a:pt x="41691" y="147031"/>
                </a:cubicBezTo>
                <a:lnTo>
                  <a:pt x="2390" y="147031"/>
                </a:lnTo>
                <a:cubicBezTo>
                  <a:pt x="1056" y="147031"/>
                  <a:pt x="0" y="145975"/>
                  <a:pt x="0" y="144641"/>
                </a:cubicBezTo>
                <a:close/>
              </a:path>
            </a:pathLst>
          </a:custGeom>
          <a:grp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20" name="手繪多邊形: 圖案 19">
            <a:extLst xmlns:a="http://schemas.openxmlformats.org/drawingml/2006/main">
              <a:ext uri="{FF2B5EF4-FFF2-40B4-BE49-F238E27FC236}">
                <a16:creationId xmlns:a16="http://schemas.microsoft.com/office/drawing/2014/main" id="{A11B2028-5E73-6B1D-1670-38F1E8550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48506" y="230445"/>
            <a:ext cx="64929" cy="118636"/>
          </a:xfrm>
          <a:custGeom xmlns:a="http://schemas.openxmlformats.org/drawingml/2006/main">
            <a:rect l="l" t="t" r="r" b="b"/>
            <a:pathLst>
              <a:path w="94555" h="172768">
                <a:moveTo>
                  <a:pt x="92165" y="25459"/>
                </a:moveTo>
                <a:lnTo>
                  <a:pt x="72265" y="25459"/>
                </a:lnTo>
                <a:cubicBezTo>
                  <a:pt x="71209" y="25459"/>
                  <a:pt x="70375" y="24626"/>
                  <a:pt x="70375" y="23569"/>
                </a:cubicBezTo>
                <a:lnTo>
                  <a:pt x="70375" y="2390"/>
                </a:lnTo>
                <a:cubicBezTo>
                  <a:pt x="70375" y="1056"/>
                  <a:pt x="69319" y="0"/>
                  <a:pt x="67984" y="0"/>
                </a:cubicBezTo>
                <a:lnTo>
                  <a:pt x="26571" y="0"/>
                </a:lnTo>
                <a:cubicBezTo>
                  <a:pt x="25237" y="0"/>
                  <a:pt x="24181" y="1056"/>
                  <a:pt x="24181" y="2390"/>
                </a:cubicBezTo>
                <a:lnTo>
                  <a:pt x="24181" y="23569"/>
                </a:lnTo>
                <a:cubicBezTo>
                  <a:pt x="24181" y="24626"/>
                  <a:pt x="23347" y="25459"/>
                  <a:pt x="22291" y="25459"/>
                </a:cubicBezTo>
                <a:lnTo>
                  <a:pt x="2390" y="25459"/>
                </a:lnTo>
                <a:cubicBezTo>
                  <a:pt x="1056" y="25459"/>
                  <a:pt x="0" y="26516"/>
                  <a:pt x="0" y="27850"/>
                </a:cubicBezTo>
                <a:lnTo>
                  <a:pt x="0" y="64260"/>
                </a:lnTo>
                <a:cubicBezTo>
                  <a:pt x="0" y="65594"/>
                  <a:pt x="1056" y="66650"/>
                  <a:pt x="2390" y="66650"/>
                </a:cubicBezTo>
                <a:lnTo>
                  <a:pt x="22291" y="66650"/>
                </a:lnTo>
                <a:cubicBezTo>
                  <a:pt x="23347" y="66650"/>
                  <a:pt x="24181" y="67484"/>
                  <a:pt x="24181" y="68540"/>
                </a:cubicBezTo>
                <a:lnTo>
                  <a:pt x="24181" y="170378"/>
                </a:lnTo>
                <a:cubicBezTo>
                  <a:pt x="24181" y="171712"/>
                  <a:pt x="25237" y="172768"/>
                  <a:pt x="26571" y="172768"/>
                </a:cubicBezTo>
                <a:lnTo>
                  <a:pt x="67984" y="172768"/>
                </a:lnTo>
                <a:cubicBezTo>
                  <a:pt x="69319" y="172768"/>
                  <a:pt x="70375" y="171712"/>
                  <a:pt x="70375" y="170378"/>
                </a:cubicBezTo>
                <a:lnTo>
                  <a:pt x="70375" y="68596"/>
                </a:lnTo>
                <a:cubicBezTo>
                  <a:pt x="70375" y="67540"/>
                  <a:pt x="71209" y="66706"/>
                  <a:pt x="72265" y="66706"/>
                </a:cubicBezTo>
                <a:lnTo>
                  <a:pt x="92165" y="66706"/>
                </a:lnTo>
                <a:cubicBezTo>
                  <a:pt x="93499" y="66706"/>
                  <a:pt x="94556" y="65650"/>
                  <a:pt x="94556" y="64316"/>
                </a:cubicBezTo>
                <a:lnTo>
                  <a:pt x="94556" y="27905"/>
                </a:lnTo>
                <a:cubicBezTo>
                  <a:pt x="94556" y="26571"/>
                  <a:pt x="93499" y="25515"/>
                  <a:pt x="92165" y="25515"/>
                </a:cubicBezTo>
                <a:close/>
              </a:path>
            </a:pathLst>
          </a:custGeom>
          <a:grp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21" name="手繪多邊形: 圖案 20">
            <a:extLst xmlns:a="http://schemas.openxmlformats.org/drawingml/2006/main">
              <a:ext uri="{FF2B5EF4-FFF2-40B4-BE49-F238E27FC236}">
                <a16:creationId xmlns:a16="http://schemas.microsoft.com/office/drawing/2014/main" id="{D1005EDF-9BB2-B00C-46FB-31BED7871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15642" y="248119"/>
            <a:ext cx="103223" cy="100962"/>
          </a:xfrm>
          <a:custGeom xmlns:a="http://schemas.openxmlformats.org/drawingml/2006/main">
            <a:rect l="l" t="t" r="r" b="b"/>
            <a:pathLst>
              <a:path w="150322" h="147030">
                <a:moveTo>
                  <a:pt x="109243" y="2390"/>
                </a:moveTo>
                <a:lnTo>
                  <a:pt x="109243" y="9506"/>
                </a:lnTo>
                <a:cubicBezTo>
                  <a:pt x="96846" y="2613"/>
                  <a:pt x="82227" y="-889"/>
                  <a:pt x="66773" y="500"/>
                </a:cubicBezTo>
                <a:cubicBezTo>
                  <a:pt x="31141" y="3669"/>
                  <a:pt x="2624" y="32741"/>
                  <a:pt x="178" y="68429"/>
                </a:cubicBezTo>
                <a:cubicBezTo>
                  <a:pt x="-2768" y="111343"/>
                  <a:pt x="31141" y="147031"/>
                  <a:pt x="73444" y="147031"/>
                </a:cubicBezTo>
                <a:cubicBezTo>
                  <a:pt x="86451" y="147031"/>
                  <a:pt x="98625" y="143640"/>
                  <a:pt x="109243" y="137748"/>
                </a:cubicBezTo>
                <a:lnTo>
                  <a:pt x="109243" y="144641"/>
                </a:lnTo>
                <a:cubicBezTo>
                  <a:pt x="109243" y="145975"/>
                  <a:pt x="110299" y="147031"/>
                  <a:pt x="111633" y="147031"/>
                </a:cubicBezTo>
                <a:lnTo>
                  <a:pt x="147932" y="147031"/>
                </a:lnTo>
                <a:cubicBezTo>
                  <a:pt x="149266" y="147031"/>
                  <a:pt x="150322" y="145975"/>
                  <a:pt x="150322" y="144641"/>
                </a:cubicBezTo>
                <a:lnTo>
                  <a:pt x="150322" y="2390"/>
                </a:lnTo>
                <a:cubicBezTo>
                  <a:pt x="150322" y="1056"/>
                  <a:pt x="149266" y="0"/>
                  <a:pt x="147932" y="0"/>
                </a:cubicBezTo>
                <a:lnTo>
                  <a:pt x="111633" y="0"/>
                </a:lnTo>
                <a:cubicBezTo>
                  <a:pt x="110299" y="0"/>
                  <a:pt x="109243" y="1056"/>
                  <a:pt x="109243" y="2390"/>
                </a:cubicBezTo>
                <a:close/>
                <a:moveTo>
                  <a:pt x="76724" y="105673"/>
                </a:moveTo>
                <a:cubicBezTo>
                  <a:pt x="56378" y="107730"/>
                  <a:pt x="39368" y="90720"/>
                  <a:pt x="41369" y="70319"/>
                </a:cubicBezTo>
                <a:cubicBezTo>
                  <a:pt x="42870" y="55255"/>
                  <a:pt x="55044" y="43081"/>
                  <a:pt x="70109" y="41580"/>
                </a:cubicBezTo>
                <a:cubicBezTo>
                  <a:pt x="90454" y="39523"/>
                  <a:pt x="107464" y="56533"/>
                  <a:pt x="105463" y="76879"/>
                </a:cubicBezTo>
                <a:cubicBezTo>
                  <a:pt x="103962" y="91943"/>
                  <a:pt x="91788" y="104172"/>
                  <a:pt x="76724" y="105673"/>
                </a:cubicBezTo>
                <a:close/>
              </a:path>
            </a:pathLst>
          </a:custGeom>
          <a:grp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22" name="手繪多邊形: 圖案 21">
            <a:extLst xmlns:a="http://schemas.openxmlformats.org/drawingml/2006/main">
              <a:ext uri="{FF2B5EF4-FFF2-40B4-BE49-F238E27FC236}">
                <a16:creationId xmlns:a16="http://schemas.microsoft.com/office/drawing/2014/main" id="{D076D30F-9855-7D60-D9B2-6D8F46752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28371" y="248081"/>
            <a:ext cx="71457" cy="101001"/>
          </a:xfrm>
          <a:custGeom xmlns:a="http://schemas.openxmlformats.org/drawingml/2006/main">
            <a:rect l="l" t="t" r="r" b="b"/>
            <a:pathLst>
              <a:path w="104061" h="147086">
                <a:moveTo>
                  <a:pt x="73321" y="167"/>
                </a:moveTo>
                <a:cubicBezTo>
                  <a:pt x="61759" y="167"/>
                  <a:pt x="50808" y="2835"/>
                  <a:pt x="41080" y="7616"/>
                </a:cubicBezTo>
                <a:lnTo>
                  <a:pt x="41080" y="2390"/>
                </a:lnTo>
                <a:cubicBezTo>
                  <a:pt x="41080" y="1056"/>
                  <a:pt x="40024" y="0"/>
                  <a:pt x="38689" y="0"/>
                </a:cubicBezTo>
                <a:lnTo>
                  <a:pt x="2390" y="0"/>
                </a:lnTo>
                <a:cubicBezTo>
                  <a:pt x="1056" y="0"/>
                  <a:pt x="0" y="1056"/>
                  <a:pt x="0" y="2390"/>
                </a:cubicBezTo>
                <a:lnTo>
                  <a:pt x="0" y="144696"/>
                </a:lnTo>
                <a:cubicBezTo>
                  <a:pt x="0" y="146030"/>
                  <a:pt x="1056" y="147086"/>
                  <a:pt x="2390" y="147086"/>
                </a:cubicBezTo>
                <a:lnTo>
                  <a:pt x="38689" y="147086"/>
                </a:lnTo>
                <a:cubicBezTo>
                  <a:pt x="40024" y="147086"/>
                  <a:pt x="41080" y="146030"/>
                  <a:pt x="41080" y="144696"/>
                </a:cubicBezTo>
                <a:lnTo>
                  <a:pt x="41080" y="65427"/>
                </a:lnTo>
                <a:cubicBezTo>
                  <a:pt x="41135" y="47639"/>
                  <a:pt x="60313" y="36021"/>
                  <a:pt x="85884" y="43915"/>
                </a:cubicBezTo>
                <a:lnTo>
                  <a:pt x="104061" y="6837"/>
                </a:lnTo>
                <a:cubicBezTo>
                  <a:pt x="94722" y="2557"/>
                  <a:pt x="84327" y="167"/>
                  <a:pt x="73376" y="167"/>
                </a:cubicBezTo>
                <a:close/>
              </a:path>
            </a:pathLst>
          </a:custGeom>
          <a:grp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23" name="手繪多邊形: 圖案 22">
            <a:extLst xmlns:a="http://schemas.openxmlformats.org/drawingml/2006/main">
              <a:ext uri="{FF2B5EF4-FFF2-40B4-BE49-F238E27FC236}">
                <a16:creationId xmlns:a16="http://schemas.microsoft.com/office/drawing/2014/main" id="{E2BDE920-FA5F-9880-2F43-4C8D8D90B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65531" y="248119"/>
            <a:ext cx="88939" cy="101001"/>
          </a:xfrm>
          <a:custGeom xmlns:a="http://schemas.openxmlformats.org/drawingml/2006/main">
            <a:rect l="l" t="t" r="r" b="b"/>
            <a:pathLst>
              <a:path w="129520" h="147086">
                <a:moveTo>
                  <a:pt x="0" y="144696"/>
                </a:moveTo>
                <a:lnTo>
                  <a:pt x="0" y="5948"/>
                </a:lnTo>
                <a:cubicBezTo>
                  <a:pt x="0" y="4614"/>
                  <a:pt x="1056" y="3558"/>
                  <a:pt x="2390" y="3558"/>
                </a:cubicBezTo>
                <a:lnTo>
                  <a:pt x="40969" y="3558"/>
                </a:lnTo>
                <a:cubicBezTo>
                  <a:pt x="42303" y="3558"/>
                  <a:pt x="43359" y="4614"/>
                  <a:pt x="43359" y="5948"/>
                </a:cubicBezTo>
                <a:lnTo>
                  <a:pt x="43359" y="23236"/>
                </a:lnTo>
                <a:cubicBezTo>
                  <a:pt x="48028" y="15398"/>
                  <a:pt x="53698" y="9561"/>
                  <a:pt x="60424" y="5726"/>
                </a:cubicBezTo>
                <a:cubicBezTo>
                  <a:pt x="67151" y="1890"/>
                  <a:pt x="75155" y="0"/>
                  <a:pt x="84439" y="0"/>
                </a:cubicBezTo>
                <a:cubicBezTo>
                  <a:pt x="100281" y="0"/>
                  <a:pt x="111788" y="4225"/>
                  <a:pt x="118848" y="12619"/>
                </a:cubicBezTo>
                <a:cubicBezTo>
                  <a:pt x="125963" y="21012"/>
                  <a:pt x="129521" y="34743"/>
                  <a:pt x="129521" y="53754"/>
                </a:cubicBezTo>
                <a:lnTo>
                  <a:pt x="129521" y="144696"/>
                </a:lnTo>
                <a:cubicBezTo>
                  <a:pt x="129521" y="146030"/>
                  <a:pt x="128464" y="147086"/>
                  <a:pt x="127130" y="147086"/>
                </a:cubicBezTo>
                <a:lnTo>
                  <a:pt x="87551" y="147086"/>
                </a:lnTo>
                <a:cubicBezTo>
                  <a:pt x="86217" y="147086"/>
                  <a:pt x="85161" y="146030"/>
                  <a:pt x="85161" y="144696"/>
                </a:cubicBezTo>
                <a:lnTo>
                  <a:pt x="85161" y="74877"/>
                </a:lnTo>
                <a:cubicBezTo>
                  <a:pt x="85161" y="57979"/>
                  <a:pt x="83827" y="47194"/>
                  <a:pt x="81159" y="42581"/>
                </a:cubicBezTo>
                <a:cubicBezTo>
                  <a:pt x="78491" y="37967"/>
                  <a:pt x="73599" y="35632"/>
                  <a:pt x="66484" y="35632"/>
                </a:cubicBezTo>
                <a:cubicBezTo>
                  <a:pt x="58701" y="35632"/>
                  <a:pt x="52976" y="38411"/>
                  <a:pt x="49418" y="43859"/>
                </a:cubicBezTo>
                <a:cubicBezTo>
                  <a:pt x="45860" y="49362"/>
                  <a:pt x="44081" y="58145"/>
                  <a:pt x="44081" y="70208"/>
                </a:cubicBezTo>
                <a:lnTo>
                  <a:pt x="44081" y="144641"/>
                </a:lnTo>
                <a:cubicBezTo>
                  <a:pt x="44081" y="145975"/>
                  <a:pt x="43025" y="147031"/>
                  <a:pt x="41691" y="147031"/>
                </a:cubicBezTo>
                <a:lnTo>
                  <a:pt x="2390" y="147031"/>
                </a:lnTo>
                <a:cubicBezTo>
                  <a:pt x="1056" y="147031"/>
                  <a:pt x="0" y="145975"/>
                  <a:pt x="0" y="144641"/>
                </a:cubicBezTo>
                <a:close/>
              </a:path>
            </a:pathLst>
          </a:custGeom>
          <a:grp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24" name="手繪多邊形: 圖案 23">
            <a:extLst xmlns:a="http://schemas.openxmlformats.org/drawingml/2006/main">
              <a:ext uri="{FF2B5EF4-FFF2-40B4-BE49-F238E27FC236}">
                <a16:creationId xmlns:a16="http://schemas.microsoft.com/office/drawing/2014/main" id="{436E3EAC-A630-BF9B-787C-FC168B48E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56973" y="248280"/>
            <a:ext cx="100748" cy="100754"/>
          </a:xfrm>
          <a:custGeom xmlns:a="http://schemas.openxmlformats.org/drawingml/2006/main">
            <a:rect l="l" t="t" r="r" b="b"/>
            <a:pathLst>
              <a:path w="146717" h="146727">
                <a:moveTo>
                  <a:pt x="77195" y="98"/>
                </a:moveTo>
                <a:cubicBezTo>
                  <a:pt x="33669" y="-2125"/>
                  <a:pt x="-2074" y="33674"/>
                  <a:pt x="94" y="77199"/>
                </a:cubicBezTo>
                <a:cubicBezTo>
                  <a:pt x="1984" y="114499"/>
                  <a:pt x="32279" y="144739"/>
                  <a:pt x="69523" y="146629"/>
                </a:cubicBezTo>
                <a:cubicBezTo>
                  <a:pt x="113049" y="148852"/>
                  <a:pt x="148792" y="113054"/>
                  <a:pt x="146624" y="69528"/>
                </a:cubicBezTo>
                <a:cubicBezTo>
                  <a:pt x="144734" y="32228"/>
                  <a:pt x="114439" y="1988"/>
                  <a:pt x="77195" y="98"/>
                </a:cubicBezTo>
                <a:close/>
                <a:moveTo>
                  <a:pt x="77306" y="105716"/>
                </a:moveTo>
                <a:cubicBezTo>
                  <a:pt x="56905" y="107717"/>
                  <a:pt x="39950" y="90763"/>
                  <a:pt x="41952" y="70362"/>
                </a:cubicBezTo>
                <a:cubicBezTo>
                  <a:pt x="43453" y="55297"/>
                  <a:pt x="55626" y="43068"/>
                  <a:pt x="70746" y="41567"/>
                </a:cubicBezTo>
                <a:cubicBezTo>
                  <a:pt x="91147" y="39566"/>
                  <a:pt x="108102" y="56520"/>
                  <a:pt x="106100" y="76921"/>
                </a:cubicBezTo>
                <a:cubicBezTo>
                  <a:pt x="104600" y="91986"/>
                  <a:pt x="92426" y="104215"/>
                  <a:pt x="77306" y="105716"/>
                </a:cubicBezTo>
                <a:close/>
              </a:path>
            </a:pathLst>
          </a:custGeom>
          <a:grp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7.xml><?xml version="1.0" encoding="utf-8"?>
<p:sldLayout xmlns:p="http://schemas.openxmlformats.org/presentationml/2006/main" preserve="1" userDrawn="1">
  <p:cSld name="4_NO">
    <p:bg>
      <p:bgPr>
        <a:blipFill xmlns:a="http://schemas.openxmlformats.org/drawingml/2006/main" rotWithShape="1">
          <a:blip xmlns:r="http://schemas.openxmlformats.org/officeDocument/2006/relationships" r:embed="R03540509664d4f16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標題 1">
            <a:extLst xmlns:a="http://schemas.openxmlformats.org/drawingml/2006/main">
              <a:ext uri="{FF2B5EF4-FFF2-40B4-BE49-F238E27FC236}">
                <a16:creationId xmlns:a16="http://schemas.microsoft.com/office/drawing/2014/main" id="{6AEA8C3C-A036-4B77-B8CD-09625A8ED3EC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921050" y="1676400"/>
            <a:ext cx="5679255" cy="1790700"/>
          </a:xfrm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 algn="l">
              <a:buNone/>
              <a:defRPr sz="2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r>
              <a:t>按一下以編輯母片標題樣式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F45E3C85-4891-1A25-EE4F-82200A8ED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8710" y="4882300"/>
            <a:ext cx="555290" cy="138845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>
              <a:lumMod val="5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7" name="文字方塊 26">
            <a:extLst xmlns:a="http://schemas.openxmlformats.org/drawingml/2006/main">
              <a:ext uri="{FF2B5EF4-FFF2-40B4-BE49-F238E27FC236}">
                <a16:creationId xmlns:a16="http://schemas.microsoft.com/office/drawing/2014/main" id="{4A47F723-4F80-88E0-2119-3C04C7EAC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3945" y="4843722"/>
            <a:ext cx="318579" cy="216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fld id="{C369430E-4B83-46E7-B3D7-8B8ED6213D7E}" type="slidenum">
              <a:rPr sz="750">
                <a:solidFill>
                  <a:schemeClr val="bg1"/>
                </a:solidFill>
                <a:latin typeface="+mn-lt"/>
                <a:ea typeface="+mn-lt"/>
                <a:cs typeface="+mn-lt"/>
              </a:rPr>
              <a:t>‹#›</a:t>
            </a:fld>
          </a:p>
        </p:txBody>
      </p:sp>
      <p:sp>
        <p:nvSpPr>
          <p:cNvPr id="3" name="文字方塊 2">
            <a:extLst xmlns:a="http://schemas.openxmlformats.org/drawingml/2006/main">
              <a:ext uri="{FF2B5EF4-FFF2-40B4-BE49-F238E27FC236}">
                <a16:creationId xmlns:a16="http://schemas.microsoft.com/office/drawing/2014/main" id="{C0B6C38F-0A5C-0698-1F8D-56E44F2A3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5689" y="4882300"/>
            <a:ext cx="2703022" cy="16158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50">
                <a:solidFill>
                  <a:schemeClr val="bg1"/>
                </a:solidFill>
                <a:latin typeface="+mn-lt"/>
                <a:ea typeface="+mn-lt"/>
                <a:cs typeface="+mn-lt"/>
              </a:rPr>
              <a:t>[ Confidential ]   [ Security P ]   © </a:t>
            </a:r>
            <a:fld id="{507DB48C-140F-478A-84DB-5E1F8C46EB30}" type="datetimeyyyy">
              <a:rPr sz="450">
                <a:solidFill>
                  <a:schemeClr val="bg1"/>
                </a:solidFill>
                <a:latin typeface="+mn-lt"/>
                <a:ea typeface="+mn-lt"/>
                <a:cs typeface="+mn-lt"/>
              </a:rPr>
              <a:t>2026</a:t>
            </a:fld>
            <a:r>
              <a:rPr sz="450">
                <a:solidFill>
                  <a:schemeClr val="bg1"/>
                </a:solidFill>
                <a:latin typeface="+mn-lt"/>
                <a:ea typeface="+mn-lt"/>
                <a:cs typeface="+mn-lt"/>
              </a:rPr>
              <a:t> Ennostar Inc. &amp; Ennostar Corp. All Rights Reserved.</a:t>
            </a:r>
          </a:p>
        </p:txBody>
      </p:sp>
      <p:sp>
        <p:nvSpPr>
          <p:cNvPr id="5" name="手繪多邊形: 圖案 4">
            <a:extLst xmlns:a="http://schemas.openxmlformats.org/drawingml/2006/main">
              <a:ext uri="{FF2B5EF4-FFF2-40B4-BE49-F238E27FC236}">
                <a16:creationId xmlns:a16="http://schemas.microsoft.com/office/drawing/2014/main" id="{0EA36068-B592-77AC-CDCC-1EBDC6E4F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61704" y="247508"/>
            <a:ext cx="85847" cy="101382"/>
          </a:xfrm>
          <a:custGeom xmlns:a="http://schemas.openxmlformats.org/drawingml/2006/main">
            <a:rect l="l" t="t" r="r" b="b"/>
            <a:pathLst>
              <a:path w="125017" h="147642">
                <a:moveTo>
                  <a:pt x="72709" y="57089"/>
                </a:moveTo>
                <a:cubicBezTo>
                  <a:pt x="62092" y="54476"/>
                  <a:pt x="53031" y="52197"/>
                  <a:pt x="49307" y="50141"/>
                </a:cubicBezTo>
                <a:cubicBezTo>
                  <a:pt x="45582" y="48139"/>
                  <a:pt x="43692" y="45416"/>
                  <a:pt x="43692" y="42080"/>
                </a:cubicBezTo>
                <a:cubicBezTo>
                  <a:pt x="43692" y="38745"/>
                  <a:pt x="45193" y="35743"/>
                  <a:pt x="48195" y="33575"/>
                </a:cubicBezTo>
                <a:cubicBezTo>
                  <a:pt x="51197" y="31407"/>
                  <a:pt x="55088" y="30296"/>
                  <a:pt x="59813" y="30296"/>
                </a:cubicBezTo>
                <a:cubicBezTo>
                  <a:pt x="64260" y="30296"/>
                  <a:pt x="67929" y="31296"/>
                  <a:pt x="70764" y="33242"/>
                </a:cubicBezTo>
                <a:cubicBezTo>
                  <a:pt x="73599" y="35187"/>
                  <a:pt x="75544" y="38134"/>
                  <a:pt x="76545" y="42025"/>
                </a:cubicBezTo>
                <a:lnTo>
                  <a:pt x="117069" y="42025"/>
                </a:lnTo>
                <a:cubicBezTo>
                  <a:pt x="116179" y="30073"/>
                  <a:pt x="110343" y="20123"/>
                  <a:pt x="99614" y="12063"/>
                </a:cubicBezTo>
                <a:cubicBezTo>
                  <a:pt x="88886" y="4002"/>
                  <a:pt x="75989" y="0"/>
                  <a:pt x="61036" y="0"/>
                </a:cubicBezTo>
                <a:cubicBezTo>
                  <a:pt x="43915" y="0"/>
                  <a:pt x="29906" y="4058"/>
                  <a:pt x="18956" y="12174"/>
                </a:cubicBezTo>
                <a:cubicBezTo>
                  <a:pt x="8005" y="20290"/>
                  <a:pt x="2557" y="30740"/>
                  <a:pt x="2557" y="43581"/>
                </a:cubicBezTo>
                <a:cubicBezTo>
                  <a:pt x="2557" y="54365"/>
                  <a:pt x="8505" y="63037"/>
                  <a:pt x="16676" y="69652"/>
                </a:cubicBezTo>
                <a:cubicBezTo>
                  <a:pt x="24959" y="76323"/>
                  <a:pt x="38689" y="81993"/>
                  <a:pt x="57867" y="86718"/>
                </a:cubicBezTo>
                <a:cubicBezTo>
                  <a:pt x="67373" y="89052"/>
                  <a:pt x="73821" y="91443"/>
                  <a:pt x="77156" y="93777"/>
                </a:cubicBezTo>
                <a:cubicBezTo>
                  <a:pt x="80436" y="96112"/>
                  <a:pt x="83938" y="99447"/>
                  <a:pt x="83938" y="103783"/>
                </a:cubicBezTo>
                <a:cubicBezTo>
                  <a:pt x="83938" y="107786"/>
                  <a:pt x="82104" y="111010"/>
                  <a:pt x="78491" y="113511"/>
                </a:cubicBezTo>
                <a:cubicBezTo>
                  <a:pt x="74822" y="116013"/>
                  <a:pt x="70208" y="117291"/>
                  <a:pt x="64538" y="117291"/>
                </a:cubicBezTo>
                <a:cubicBezTo>
                  <a:pt x="58590" y="117291"/>
                  <a:pt x="53698" y="115790"/>
                  <a:pt x="49974" y="112733"/>
                </a:cubicBezTo>
                <a:cubicBezTo>
                  <a:pt x="46249" y="109676"/>
                  <a:pt x="43748" y="105229"/>
                  <a:pt x="42525" y="99392"/>
                </a:cubicBezTo>
                <a:lnTo>
                  <a:pt x="0" y="99392"/>
                </a:lnTo>
                <a:cubicBezTo>
                  <a:pt x="834" y="113734"/>
                  <a:pt x="7115" y="125407"/>
                  <a:pt x="18900" y="134301"/>
                </a:cubicBezTo>
                <a:cubicBezTo>
                  <a:pt x="30685" y="143195"/>
                  <a:pt x="45638" y="147642"/>
                  <a:pt x="63815" y="147642"/>
                </a:cubicBezTo>
                <a:cubicBezTo>
                  <a:pt x="81993" y="147642"/>
                  <a:pt x="96446" y="143251"/>
                  <a:pt x="107841" y="134412"/>
                </a:cubicBezTo>
                <a:cubicBezTo>
                  <a:pt x="119292" y="125629"/>
                  <a:pt x="125018" y="114234"/>
                  <a:pt x="125018" y="100392"/>
                </a:cubicBezTo>
                <a:cubicBezTo>
                  <a:pt x="125018" y="89330"/>
                  <a:pt x="119348" y="80492"/>
                  <a:pt x="111677" y="73821"/>
                </a:cubicBezTo>
                <a:cubicBezTo>
                  <a:pt x="103894" y="67151"/>
                  <a:pt x="90942" y="61592"/>
                  <a:pt x="72821" y="57145"/>
                </a:cubicBezTo>
                <a:close/>
              </a:path>
            </a:pathLst>
          </a:custGeom>
          <a:grp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7" name="手繪多邊形: 圖案 6">
            <a:extLst xmlns:a="http://schemas.openxmlformats.org/drawingml/2006/main">
              <a:ext uri="{FF2B5EF4-FFF2-40B4-BE49-F238E27FC236}">
                <a16:creationId xmlns:a16="http://schemas.microsoft.com/office/drawing/2014/main" id="{5D33458A-8375-FDE9-E878-C1BE270A0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68308" y="221170"/>
            <a:ext cx="87756" cy="127912"/>
          </a:xfrm>
          <a:custGeom xmlns:a="http://schemas.openxmlformats.org/drawingml/2006/main">
            <a:rect l="l" t="t" r="r" b="b"/>
            <a:pathLst>
              <a:path w="127797" h="186276">
                <a:moveTo>
                  <a:pt x="0" y="183941"/>
                </a:moveTo>
                <a:lnTo>
                  <a:pt x="0" y="2390"/>
                </a:lnTo>
                <a:cubicBezTo>
                  <a:pt x="0" y="1056"/>
                  <a:pt x="1056" y="0"/>
                  <a:pt x="2390" y="0"/>
                </a:cubicBezTo>
                <a:lnTo>
                  <a:pt x="125407" y="0"/>
                </a:lnTo>
                <a:cubicBezTo>
                  <a:pt x="126741" y="0"/>
                  <a:pt x="127797" y="1056"/>
                  <a:pt x="127797" y="2390"/>
                </a:cubicBezTo>
                <a:lnTo>
                  <a:pt x="127797" y="36410"/>
                </a:lnTo>
                <a:cubicBezTo>
                  <a:pt x="127797" y="37744"/>
                  <a:pt x="126741" y="38801"/>
                  <a:pt x="125407" y="38801"/>
                </a:cubicBezTo>
                <a:lnTo>
                  <a:pt x="48139" y="38801"/>
                </a:lnTo>
                <a:cubicBezTo>
                  <a:pt x="46805" y="38801"/>
                  <a:pt x="45749" y="39857"/>
                  <a:pt x="45749" y="41191"/>
                </a:cubicBezTo>
                <a:lnTo>
                  <a:pt x="45749" y="66761"/>
                </a:lnTo>
                <a:cubicBezTo>
                  <a:pt x="45749" y="68096"/>
                  <a:pt x="46805" y="69152"/>
                  <a:pt x="48139" y="69152"/>
                </a:cubicBezTo>
                <a:lnTo>
                  <a:pt x="125407" y="69152"/>
                </a:lnTo>
                <a:cubicBezTo>
                  <a:pt x="126741" y="69152"/>
                  <a:pt x="127797" y="70208"/>
                  <a:pt x="127797" y="71542"/>
                </a:cubicBezTo>
                <a:lnTo>
                  <a:pt x="127797" y="104673"/>
                </a:lnTo>
                <a:cubicBezTo>
                  <a:pt x="127797" y="106007"/>
                  <a:pt x="126741" y="107063"/>
                  <a:pt x="125407" y="107063"/>
                </a:cubicBezTo>
                <a:lnTo>
                  <a:pt x="48139" y="107063"/>
                </a:lnTo>
                <a:cubicBezTo>
                  <a:pt x="46805" y="107063"/>
                  <a:pt x="45749" y="108119"/>
                  <a:pt x="45749" y="109453"/>
                </a:cubicBezTo>
                <a:lnTo>
                  <a:pt x="45749" y="145196"/>
                </a:lnTo>
                <a:cubicBezTo>
                  <a:pt x="45749" y="146531"/>
                  <a:pt x="46805" y="147587"/>
                  <a:pt x="48139" y="147587"/>
                </a:cubicBezTo>
                <a:lnTo>
                  <a:pt x="125407" y="147587"/>
                </a:lnTo>
                <a:cubicBezTo>
                  <a:pt x="126741" y="147587"/>
                  <a:pt x="127797" y="148643"/>
                  <a:pt x="127797" y="149977"/>
                </a:cubicBezTo>
                <a:lnTo>
                  <a:pt x="127797" y="183886"/>
                </a:lnTo>
                <a:cubicBezTo>
                  <a:pt x="127797" y="185220"/>
                  <a:pt x="126741" y="186276"/>
                  <a:pt x="125407" y="186276"/>
                </a:cubicBezTo>
                <a:lnTo>
                  <a:pt x="2390" y="186276"/>
                </a:lnTo>
                <a:cubicBezTo>
                  <a:pt x="1056" y="186276"/>
                  <a:pt x="0" y="185220"/>
                  <a:pt x="0" y="183886"/>
                </a:cubicBezTo>
                <a:close/>
              </a:path>
            </a:pathLst>
          </a:custGeom>
          <a:grp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10" name="手繪多邊形: 圖案 9">
            <a:extLst xmlns:a="http://schemas.openxmlformats.org/drawingml/2006/main">
              <a:ext uri="{FF2B5EF4-FFF2-40B4-BE49-F238E27FC236}">
                <a16:creationId xmlns:a16="http://schemas.microsoft.com/office/drawing/2014/main" id="{19ACBC42-2343-9B9C-6958-31944714E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63975" y="248119"/>
            <a:ext cx="88939" cy="101001"/>
          </a:xfrm>
          <a:custGeom xmlns:a="http://schemas.openxmlformats.org/drawingml/2006/main">
            <a:rect l="l" t="t" r="r" b="b"/>
            <a:pathLst>
              <a:path w="129520" h="147086">
                <a:moveTo>
                  <a:pt x="0" y="144696"/>
                </a:moveTo>
                <a:lnTo>
                  <a:pt x="0" y="5948"/>
                </a:lnTo>
                <a:cubicBezTo>
                  <a:pt x="0" y="4614"/>
                  <a:pt x="1056" y="3558"/>
                  <a:pt x="2390" y="3558"/>
                </a:cubicBezTo>
                <a:lnTo>
                  <a:pt x="40969" y="3558"/>
                </a:lnTo>
                <a:cubicBezTo>
                  <a:pt x="42303" y="3558"/>
                  <a:pt x="43359" y="4614"/>
                  <a:pt x="43359" y="5948"/>
                </a:cubicBezTo>
                <a:lnTo>
                  <a:pt x="43359" y="23236"/>
                </a:lnTo>
                <a:cubicBezTo>
                  <a:pt x="48028" y="15398"/>
                  <a:pt x="53698" y="9561"/>
                  <a:pt x="60424" y="5726"/>
                </a:cubicBezTo>
                <a:cubicBezTo>
                  <a:pt x="67151" y="1890"/>
                  <a:pt x="75155" y="0"/>
                  <a:pt x="84439" y="0"/>
                </a:cubicBezTo>
                <a:cubicBezTo>
                  <a:pt x="100281" y="0"/>
                  <a:pt x="111788" y="4225"/>
                  <a:pt x="118848" y="12619"/>
                </a:cubicBezTo>
                <a:cubicBezTo>
                  <a:pt x="125963" y="21012"/>
                  <a:pt x="129521" y="34743"/>
                  <a:pt x="129521" y="53754"/>
                </a:cubicBezTo>
                <a:lnTo>
                  <a:pt x="129521" y="144696"/>
                </a:lnTo>
                <a:cubicBezTo>
                  <a:pt x="129521" y="146030"/>
                  <a:pt x="128464" y="147086"/>
                  <a:pt x="127130" y="147086"/>
                </a:cubicBezTo>
                <a:lnTo>
                  <a:pt x="87551" y="147086"/>
                </a:lnTo>
                <a:cubicBezTo>
                  <a:pt x="86217" y="147086"/>
                  <a:pt x="85161" y="146030"/>
                  <a:pt x="85161" y="144696"/>
                </a:cubicBezTo>
                <a:lnTo>
                  <a:pt x="85161" y="74877"/>
                </a:lnTo>
                <a:cubicBezTo>
                  <a:pt x="85161" y="57979"/>
                  <a:pt x="83827" y="47194"/>
                  <a:pt x="81159" y="42581"/>
                </a:cubicBezTo>
                <a:cubicBezTo>
                  <a:pt x="78491" y="37967"/>
                  <a:pt x="73599" y="35632"/>
                  <a:pt x="66484" y="35632"/>
                </a:cubicBezTo>
                <a:cubicBezTo>
                  <a:pt x="58701" y="35632"/>
                  <a:pt x="52976" y="38411"/>
                  <a:pt x="49418" y="43859"/>
                </a:cubicBezTo>
                <a:cubicBezTo>
                  <a:pt x="45860" y="49362"/>
                  <a:pt x="44081" y="58145"/>
                  <a:pt x="44081" y="70208"/>
                </a:cubicBezTo>
                <a:lnTo>
                  <a:pt x="44081" y="144641"/>
                </a:lnTo>
                <a:cubicBezTo>
                  <a:pt x="44081" y="145975"/>
                  <a:pt x="43025" y="147031"/>
                  <a:pt x="41691" y="147031"/>
                </a:cubicBezTo>
                <a:lnTo>
                  <a:pt x="2390" y="147031"/>
                </a:lnTo>
                <a:cubicBezTo>
                  <a:pt x="1056" y="147031"/>
                  <a:pt x="0" y="145975"/>
                  <a:pt x="0" y="144641"/>
                </a:cubicBezTo>
                <a:close/>
              </a:path>
            </a:pathLst>
          </a:custGeom>
          <a:grp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11" name="手繪多邊形: 圖案 10">
            <a:extLst xmlns:a="http://schemas.openxmlformats.org/drawingml/2006/main">
              <a:ext uri="{FF2B5EF4-FFF2-40B4-BE49-F238E27FC236}">
                <a16:creationId xmlns:a16="http://schemas.microsoft.com/office/drawing/2014/main" id="{5BB0C189-8222-5238-A819-23E7137A5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48506" y="230445"/>
            <a:ext cx="64929" cy="118636"/>
          </a:xfrm>
          <a:custGeom xmlns:a="http://schemas.openxmlformats.org/drawingml/2006/main">
            <a:rect l="l" t="t" r="r" b="b"/>
            <a:pathLst>
              <a:path w="94555" h="172768">
                <a:moveTo>
                  <a:pt x="92165" y="25459"/>
                </a:moveTo>
                <a:lnTo>
                  <a:pt x="72265" y="25459"/>
                </a:lnTo>
                <a:cubicBezTo>
                  <a:pt x="71209" y="25459"/>
                  <a:pt x="70375" y="24626"/>
                  <a:pt x="70375" y="23569"/>
                </a:cubicBezTo>
                <a:lnTo>
                  <a:pt x="70375" y="2390"/>
                </a:lnTo>
                <a:cubicBezTo>
                  <a:pt x="70375" y="1056"/>
                  <a:pt x="69319" y="0"/>
                  <a:pt x="67984" y="0"/>
                </a:cubicBezTo>
                <a:lnTo>
                  <a:pt x="26571" y="0"/>
                </a:lnTo>
                <a:cubicBezTo>
                  <a:pt x="25237" y="0"/>
                  <a:pt x="24181" y="1056"/>
                  <a:pt x="24181" y="2390"/>
                </a:cubicBezTo>
                <a:lnTo>
                  <a:pt x="24181" y="23569"/>
                </a:lnTo>
                <a:cubicBezTo>
                  <a:pt x="24181" y="24626"/>
                  <a:pt x="23347" y="25459"/>
                  <a:pt x="22291" y="25459"/>
                </a:cubicBezTo>
                <a:lnTo>
                  <a:pt x="2390" y="25459"/>
                </a:lnTo>
                <a:cubicBezTo>
                  <a:pt x="1056" y="25459"/>
                  <a:pt x="0" y="26516"/>
                  <a:pt x="0" y="27850"/>
                </a:cubicBezTo>
                <a:lnTo>
                  <a:pt x="0" y="64260"/>
                </a:lnTo>
                <a:cubicBezTo>
                  <a:pt x="0" y="65594"/>
                  <a:pt x="1056" y="66650"/>
                  <a:pt x="2390" y="66650"/>
                </a:cubicBezTo>
                <a:lnTo>
                  <a:pt x="22291" y="66650"/>
                </a:lnTo>
                <a:cubicBezTo>
                  <a:pt x="23347" y="66650"/>
                  <a:pt x="24181" y="67484"/>
                  <a:pt x="24181" y="68540"/>
                </a:cubicBezTo>
                <a:lnTo>
                  <a:pt x="24181" y="170378"/>
                </a:lnTo>
                <a:cubicBezTo>
                  <a:pt x="24181" y="171712"/>
                  <a:pt x="25237" y="172768"/>
                  <a:pt x="26571" y="172768"/>
                </a:cubicBezTo>
                <a:lnTo>
                  <a:pt x="67984" y="172768"/>
                </a:lnTo>
                <a:cubicBezTo>
                  <a:pt x="69319" y="172768"/>
                  <a:pt x="70375" y="171712"/>
                  <a:pt x="70375" y="170378"/>
                </a:cubicBezTo>
                <a:lnTo>
                  <a:pt x="70375" y="68596"/>
                </a:lnTo>
                <a:cubicBezTo>
                  <a:pt x="70375" y="67540"/>
                  <a:pt x="71209" y="66706"/>
                  <a:pt x="72265" y="66706"/>
                </a:cubicBezTo>
                <a:lnTo>
                  <a:pt x="92165" y="66706"/>
                </a:lnTo>
                <a:cubicBezTo>
                  <a:pt x="93499" y="66706"/>
                  <a:pt x="94556" y="65650"/>
                  <a:pt x="94556" y="64316"/>
                </a:cubicBezTo>
                <a:lnTo>
                  <a:pt x="94556" y="27905"/>
                </a:lnTo>
                <a:cubicBezTo>
                  <a:pt x="94556" y="26571"/>
                  <a:pt x="93499" y="25515"/>
                  <a:pt x="92165" y="25515"/>
                </a:cubicBezTo>
                <a:close/>
              </a:path>
            </a:pathLst>
          </a:custGeom>
          <a:grp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12" name="手繪多邊形: 圖案 11">
            <a:extLst xmlns:a="http://schemas.openxmlformats.org/drawingml/2006/main">
              <a:ext uri="{FF2B5EF4-FFF2-40B4-BE49-F238E27FC236}">
                <a16:creationId xmlns:a16="http://schemas.microsoft.com/office/drawing/2014/main" id="{55C0A18D-1096-2010-A9D2-F338B92E3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15642" y="248119"/>
            <a:ext cx="103223" cy="100962"/>
          </a:xfrm>
          <a:custGeom xmlns:a="http://schemas.openxmlformats.org/drawingml/2006/main">
            <a:rect l="l" t="t" r="r" b="b"/>
            <a:pathLst>
              <a:path w="150322" h="147030">
                <a:moveTo>
                  <a:pt x="109243" y="2390"/>
                </a:moveTo>
                <a:lnTo>
                  <a:pt x="109243" y="9506"/>
                </a:lnTo>
                <a:cubicBezTo>
                  <a:pt x="96846" y="2613"/>
                  <a:pt x="82227" y="-889"/>
                  <a:pt x="66773" y="500"/>
                </a:cubicBezTo>
                <a:cubicBezTo>
                  <a:pt x="31141" y="3669"/>
                  <a:pt x="2624" y="32741"/>
                  <a:pt x="178" y="68429"/>
                </a:cubicBezTo>
                <a:cubicBezTo>
                  <a:pt x="-2768" y="111343"/>
                  <a:pt x="31141" y="147031"/>
                  <a:pt x="73444" y="147031"/>
                </a:cubicBezTo>
                <a:cubicBezTo>
                  <a:pt x="86451" y="147031"/>
                  <a:pt x="98625" y="143640"/>
                  <a:pt x="109243" y="137748"/>
                </a:cubicBezTo>
                <a:lnTo>
                  <a:pt x="109243" y="144641"/>
                </a:lnTo>
                <a:cubicBezTo>
                  <a:pt x="109243" y="145975"/>
                  <a:pt x="110299" y="147031"/>
                  <a:pt x="111633" y="147031"/>
                </a:cubicBezTo>
                <a:lnTo>
                  <a:pt x="147932" y="147031"/>
                </a:lnTo>
                <a:cubicBezTo>
                  <a:pt x="149266" y="147031"/>
                  <a:pt x="150322" y="145975"/>
                  <a:pt x="150322" y="144641"/>
                </a:cubicBezTo>
                <a:lnTo>
                  <a:pt x="150322" y="2390"/>
                </a:lnTo>
                <a:cubicBezTo>
                  <a:pt x="150322" y="1056"/>
                  <a:pt x="149266" y="0"/>
                  <a:pt x="147932" y="0"/>
                </a:cubicBezTo>
                <a:lnTo>
                  <a:pt x="111633" y="0"/>
                </a:lnTo>
                <a:cubicBezTo>
                  <a:pt x="110299" y="0"/>
                  <a:pt x="109243" y="1056"/>
                  <a:pt x="109243" y="2390"/>
                </a:cubicBezTo>
                <a:close/>
                <a:moveTo>
                  <a:pt x="76724" y="105673"/>
                </a:moveTo>
                <a:cubicBezTo>
                  <a:pt x="56378" y="107730"/>
                  <a:pt x="39368" y="90720"/>
                  <a:pt x="41369" y="70319"/>
                </a:cubicBezTo>
                <a:cubicBezTo>
                  <a:pt x="42870" y="55255"/>
                  <a:pt x="55044" y="43081"/>
                  <a:pt x="70109" y="41580"/>
                </a:cubicBezTo>
                <a:cubicBezTo>
                  <a:pt x="90454" y="39523"/>
                  <a:pt x="107464" y="56533"/>
                  <a:pt x="105463" y="76879"/>
                </a:cubicBezTo>
                <a:cubicBezTo>
                  <a:pt x="103962" y="91943"/>
                  <a:pt x="91788" y="104172"/>
                  <a:pt x="76724" y="105673"/>
                </a:cubicBezTo>
                <a:close/>
              </a:path>
            </a:pathLst>
          </a:custGeom>
          <a:grp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13" name="手繪多邊形: 圖案 12">
            <a:extLst xmlns:a="http://schemas.openxmlformats.org/drawingml/2006/main">
              <a:ext uri="{FF2B5EF4-FFF2-40B4-BE49-F238E27FC236}">
                <a16:creationId xmlns:a16="http://schemas.microsoft.com/office/drawing/2014/main" id="{DB01F9FB-8A74-B0FB-E978-BBCF05E34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28371" y="248081"/>
            <a:ext cx="71457" cy="101001"/>
          </a:xfrm>
          <a:custGeom xmlns:a="http://schemas.openxmlformats.org/drawingml/2006/main">
            <a:rect l="l" t="t" r="r" b="b"/>
            <a:pathLst>
              <a:path w="104061" h="147086">
                <a:moveTo>
                  <a:pt x="73321" y="167"/>
                </a:moveTo>
                <a:cubicBezTo>
                  <a:pt x="61759" y="167"/>
                  <a:pt x="50808" y="2835"/>
                  <a:pt x="41080" y="7616"/>
                </a:cubicBezTo>
                <a:lnTo>
                  <a:pt x="41080" y="2390"/>
                </a:lnTo>
                <a:cubicBezTo>
                  <a:pt x="41080" y="1056"/>
                  <a:pt x="40024" y="0"/>
                  <a:pt x="38689" y="0"/>
                </a:cubicBezTo>
                <a:lnTo>
                  <a:pt x="2390" y="0"/>
                </a:lnTo>
                <a:cubicBezTo>
                  <a:pt x="1056" y="0"/>
                  <a:pt x="0" y="1056"/>
                  <a:pt x="0" y="2390"/>
                </a:cubicBezTo>
                <a:lnTo>
                  <a:pt x="0" y="144696"/>
                </a:lnTo>
                <a:cubicBezTo>
                  <a:pt x="0" y="146030"/>
                  <a:pt x="1056" y="147086"/>
                  <a:pt x="2390" y="147086"/>
                </a:cubicBezTo>
                <a:lnTo>
                  <a:pt x="38689" y="147086"/>
                </a:lnTo>
                <a:cubicBezTo>
                  <a:pt x="40024" y="147086"/>
                  <a:pt x="41080" y="146030"/>
                  <a:pt x="41080" y="144696"/>
                </a:cubicBezTo>
                <a:lnTo>
                  <a:pt x="41080" y="65427"/>
                </a:lnTo>
                <a:cubicBezTo>
                  <a:pt x="41135" y="47639"/>
                  <a:pt x="60313" y="36021"/>
                  <a:pt x="85884" y="43915"/>
                </a:cubicBezTo>
                <a:lnTo>
                  <a:pt x="104061" y="6837"/>
                </a:lnTo>
                <a:cubicBezTo>
                  <a:pt x="94722" y="2557"/>
                  <a:pt x="84327" y="167"/>
                  <a:pt x="73376" y="167"/>
                </a:cubicBezTo>
                <a:close/>
              </a:path>
            </a:pathLst>
          </a:custGeom>
          <a:grp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14" name="手繪多邊形: 圖案 13">
            <a:extLst xmlns:a="http://schemas.openxmlformats.org/drawingml/2006/main">
              <a:ext uri="{FF2B5EF4-FFF2-40B4-BE49-F238E27FC236}">
                <a16:creationId xmlns:a16="http://schemas.microsoft.com/office/drawing/2014/main" id="{6E502A36-44D7-4F93-00A2-A823583D1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65531" y="248119"/>
            <a:ext cx="88939" cy="101001"/>
          </a:xfrm>
          <a:custGeom xmlns:a="http://schemas.openxmlformats.org/drawingml/2006/main">
            <a:rect l="l" t="t" r="r" b="b"/>
            <a:pathLst>
              <a:path w="129520" h="147086">
                <a:moveTo>
                  <a:pt x="0" y="144696"/>
                </a:moveTo>
                <a:lnTo>
                  <a:pt x="0" y="5948"/>
                </a:lnTo>
                <a:cubicBezTo>
                  <a:pt x="0" y="4614"/>
                  <a:pt x="1056" y="3558"/>
                  <a:pt x="2390" y="3558"/>
                </a:cubicBezTo>
                <a:lnTo>
                  <a:pt x="40969" y="3558"/>
                </a:lnTo>
                <a:cubicBezTo>
                  <a:pt x="42303" y="3558"/>
                  <a:pt x="43359" y="4614"/>
                  <a:pt x="43359" y="5948"/>
                </a:cubicBezTo>
                <a:lnTo>
                  <a:pt x="43359" y="23236"/>
                </a:lnTo>
                <a:cubicBezTo>
                  <a:pt x="48028" y="15398"/>
                  <a:pt x="53698" y="9561"/>
                  <a:pt x="60424" y="5726"/>
                </a:cubicBezTo>
                <a:cubicBezTo>
                  <a:pt x="67151" y="1890"/>
                  <a:pt x="75155" y="0"/>
                  <a:pt x="84439" y="0"/>
                </a:cubicBezTo>
                <a:cubicBezTo>
                  <a:pt x="100281" y="0"/>
                  <a:pt x="111788" y="4225"/>
                  <a:pt x="118848" y="12619"/>
                </a:cubicBezTo>
                <a:cubicBezTo>
                  <a:pt x="125963" y="21012"/>
                  <a:pt x="129521" y="34743"/>
                  <a:pt x="129521" y="53754"/>
                </a:cubicBezTo>
                <a:lnTo>
                  <a:pt x="129521" y="144696"/>
                </a:lnTo>
                <a:cubicBezTo>
                  <a:pt x="129521" y="146030"/>
                  <a:pt x="128464" y="147086"/>
                  <a:pt x="127130" y="147086"/>
                </a:cubicBezTo>
                <a:lnTo>
                  <a:pt x="87551" y="147086"/>
                </a:lnTo>
                <a:cubicBezTo>
                  <a:pt x="86217" y="147086"/>
                  <a:pt x="85161" y="146030"/>
                  <a:pt x="85161" y="144696"/>
                </a:cubicBezTo>
                <a:lnTo>
                  <a:pt x="85161" y="74877"/>
                </a:lnTo>
                <a:cubicBezTo>
                  <a:pt x="85161" y="57979"/>
                  <a:pt x="83827" y="47194"/>
                  <a:pt x="81159" y="42581"/>
                </a:cubicBezTo>
                <a:cubicBezTo>
                  <a:pt x="78491" y="37967"/>
                  <a:pt x="73599" y="35632"/>
                  <a:pt x="66484" y="35632"/>
                </a:cubicBezTo>
                <a:cubicBezTo>
                  <a:pt x="58701" y="35632"/>
                  <a:pt x="52976" y="38411"/>
                  <a:pt x="49418" y="43859"/>
                </a:cubicBezTo>
                <a:cubicBezTo>
                  <a:pt x="45860" y="49362"/>
                  <a:pt x="44081" y="58145"/>
                  <a:pt x="44081" y="70208"/>
                </a:cubicBezTo>
                <a:lnTo>
                  <a:pt x="44081" y="144641"/>
                </a:lnTo>
                <a:cubicBezTo>
                  <a:pt x="44081" y="145975"/>
                  <a:pt x="43025" y="147031"/>
                  <a:pt x="41691" y="147031"/>
                </a:cubicBezTo>
                <a:lnTo>
                  <a:pt x="2390" y="147031"/>
                </a:lnTo>
                <a:cubicBezTo>
                  <a:pt x="1056" y="147031"/>
                  <a:pt x="0" y="145975"/>
                  <a:pt x="0" y="144641"/>
                </a:cubicBezTo>
                <a:close/>
              </a:path>
            </a:pathLst>
          </a:custGeom>
          <a:grp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15" name="手繪多邊形: 圖案 14">
            <a:extLst xmlns:a="http://schemas.openxmlformats.org/drawingml/2006/main">
              <a:ext uri="{FF2B5EF4-FFF2-40B4-BE49-F238E27FC236}">
                <a16:creationId xmlns:a16="http://schemas.microsoft.com/office/drawing/2014/main" id="{74521D93-7C67-F49E-4B23-769237CA3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56973" y="248280"/>
            <a:ext cx="100748" cy="100754"/>
          </a:xfrm>
          <a:custGeom xmlns:a="http://schemas.openxmlformats.org/drawingml/2006/main">
            <a:rect l="l" t="t" r="r" b="b"/>
            <a:pathLst>
              <a:path w="146717" h="146727">
                <a:moveTo>
                  <a:pt x="77195" y="98"/>
                </a:moveTo>
                <a:cubicBezTo>
                  <a:pt x="33669" y="-2125"/>
                  <a:pt x="-2074" y="33674"/>
                  <a:pt x="94" y="77199"/>
                </a:cubicBezTo>
                <a:cubicBezTo>
                  <a:pt x="1984" y="114499"/>
                  <a:pt x="32279" y="144739"/>
                  <a:pt x="69523" y="146629"/>
                </a:cubicBezTo>
                <a:cubicBezTo>
                  <a:pt x="113049" y="148852"/>
                  <a:pt x="148792" y="113054"/>
                  <a:pt x="146624" y="69528"/>
                </a:cubicBezTo>
                <a:cubicBezTo>
                  <a:pt x="144734" y="32228"/>
                  <a:pt x="114439" y="1988"/>
                  <a:pt x="77195" y="98"/>
                </a:cubicBezTo>
                <a:close/>
                <a:moveTo>
                  <a:pt x="77306" y="105716"/>
                </a:moveTo>
                <a:cubicBezTo>
                  <a:pt x="56905" y="107717"/>
                  <a:pt x="39950" y="90763"/>
                  <a:pt x="41952" y="70362"/>
                </a:cubicBezTo>
                <a:cubicBezTo>
                  <a:pt x="43453" y="55297"/>
                  <a:pt x="55626" y="43068"/>
                  <a:pt x="70746" y="41567"/>
                </a:cubicBezTo>
                <a:cubicBezTo>
                  <a:pt x="91147" y="39566"/>
                  <a:pt x="108102" y="56520"/>
                  <a:pt x="106100" y="76921"/>
                </a:cubicBezTo>
                <a:cubicBezTo>
                  <a:pt x="104600" y="91986"/>
                  <a:pt x="92426" y="104215"/>
                  <a:pt x="77306" y="105716"/>
                </a:cubicBezTo>
                <a:close/>
              </a:path>
            </a:pathLst>
          </a:custGeom>
          <a:grp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8.xml><?xml version="1.0" encoding="utf-8"?>
<p:sldLayout xmlns:p="http://schemas.openxmlformats.org/presentationml/2006/main" preserve="1" userDrawn="1">
  <p:cSld name="6_Ending Page">
    <p:bg>
      <p:bgPr>
        <a:blipFill xmlns:a="http://schemas.openxmlformats.org/drawingml/2006/main" rotWithShape="1">
          <a:blip xmlns:r="http://schemas.openxmlformats.org/officeDocument/2006/relationships" r:embed="R02b01c415b124746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圖形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9fa4ce8ebed47cd">
            <a:extLst>
              <a:ext uri="{96DAC541-7B7A-43D3-8B79-37D633B846F1}">
                <asvg:svgBlip xmlns:asvg="http://schemas.microsoft.com/office/drawing/2016/SVG/main" r:embed="Rfe4bfaa73df84319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476532" y="1661914"/>
            <a:ext cx="1962130" cy="341448"/>
          </a:xfrm>
          <a:prstGeom xmlns:a="http://schemas.openxmlformats.org/drawingml/2006/main" prst="rect">
            <a:avLst/>
          </a:prstGeom>
        </p:spPr>
      </p:pic>
      <p:sp>
        <p:nvSpPr>
          <p:cNvPr id="8" name="文字方塊 7">
            <a:extLst xmlns:a="http://schemas.openxmlformats.org/drawingml/2006/main">
              <a:ext uri="{FF2B5EF4-FFF2-40B4-BE49-F238E27FC236}">
                <a16:creationId xmlns:a16="http://schemas.microsoft.com/office/drawing/2014/main" id="{E2E4EF78-35FB-4A91-2CA8-A0E350C27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491" y="2345384"/>
            <a:ext cx="4971288" cy="4001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000">
                <a:solidFill>
                  <a:schemeClr val="bg1"/>
                </a:solidFill>
                <a:latin typeface="Roboto Light"/>
                <a:ea typeface="Roboto Light"/>
                <a:cs typeface="Roboto Light"/>
              </a:rPr>
              <a:t>Bright Innovation</a:t>
            </a:r>
            <a:r>
              <a:rPr sz="2000">
                <a:solidFill>
                  <a:schemeClr val="bg1"/>
                </a:solidFill>
                <a:latin typeface="Roboto Light"/>
                <a:ea typeface="Roboto Light"/>
                <a:cs typeface="Roboto Light"/>
              </a:rPr>
              <a:t>．</a:t>
            </a:r>
            <a:r>
              <a:rPr sz="2000">
                <a:solidFill>
                  <a:schemeClr val="bg1"/>
                </a:solidFill>
                <a:latin typeface="Roboto Light"/>
                <a:ea typeface="Roboto Light"/>
                <a:cs typeface="Roboto Light"/>
              </a:rPr>
              <a:t>Sustainable Future</a:t>
            </a:r>
          </a:p>
        </p:txBody>
      </p:sp>
    </p:spTree>
  </p:cSld>
</p:sldLayout>
</file>

<file path=ppt/slideLayouts/slideLayout9.xml><?xml version="1.0" encoding="utf-8"?>
<p:sldLayout xmlns:p="http://schemas.openxmlformats.org/presentationml/2006/main" userDrawn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D1C286CB-829C-41C0-A295-1F2DEAF47545}"/>
              </a:ext>
            </a:extLst>
          </p:cNvPr>
          <p:cNvSpPr>
            <a:spLocks xmlns:a="http://schemas.openxmlformats.org/drawingml/2006/main" noGrp="1"/>
          </p:cNvSpPr>
          <p:nvPr>
            <p:ph idx="13"/>
          </p:nvPr>
        </p:nvSpPr>
        <p:spPr>
          <a:xfrm xmlns:a="http://schemas.openxmlformats.org/drawingml/2006/main">
            <a:off x="457200" y="742951"/>
            <a:ext cx="8229600" cy="360044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2100"/>
            </a:lvl1pPr>
          </a:lstStyle>
          <a:p xmlns:a="http://schemas.openxmlformats.org/drawingml/2006/main">
            <a:pPr>
              <a:buNone/>
            </a:pPr>
          </a:p>
        </p:txBody>
      </p:sp>
      <p:sp>
        <p:nvSpPr>
          <p:cNvPr id="4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5428EC4B-568E-4184-BC32-A5A23179B71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05979"/>
            <a:ext cx="8229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 b="1"/>
            </a:lvl1pPr>
          </a:lstStyle>
          <a:p xmlns:a="http://schemas.openxmlformats.org/drawingml/2006/main">
            <a:pPr>
              <a:buNone/>
            </a:pPr>
            <a:r>
              <a:t>Click to edit Master title style</a:t>
            </a:r>
          </a:p>
        </p:txBody>
      </p:sp>
      <p:sp>
        <p:nvSpPr>
          <p:cNvPr id="5" name="Rectangle 6">
            <a:extLst xmlns:a="http://schemas.openxmlformats.org/drawingml/2006/main">
              <a:ext uri="{FF2B5EF4-FFF2-40B4-BE49-F238E27FC236}">
                <a16:creationId xmlns:a16="http://schemas.microsoft.com/office/drawing/2014/main" id="{B55C85EC-CD80-4230-AB30-639BA3D456A3}"/>
              </a:ext>
            </a:extLst>
          </p:cNvPr>
          <p:cNvSpPr>
            <a:spLocks xmlns:a="http://schemas.openxmlformats.org/drawingml/2006/main" noGrp="1"/>
          </p:cNvSpPr>
          <p:nvPr>
            <p:ph type="sldNum" idx="14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fld id="{D67B409B-8358-4DFC-99EB-A8FD880AEB92}" type="slidenum">
              <a:t>‹#›</a:t>
            </a:fld>
          </a:p>
        </p:txBody>
      </p:sp>
    </p:spTree>
  </p:cSld>
</p:sldLayout>
</file>

<file path=ppt/slideMasters/_rels/slideMaster1.xml.rels><?xml version='1.0' encoding='UTF-8' standalone='yes'?>
<Relationships xmlns="http://schemas.openxmlformats.org/package/2006/relationships"><Relationship Id="R0a0f65f5342b4969" Type="http://schemas.openxmlformats.org/officeDocument/2006/relationships/slideLayout" Target="../slideLayouts/slideLayout6.xml"/><Relationship Id="R17886187e55f452d" Type="http://schemas.openxmlformats.org/officeDocument/2006/relationships/slideLayout" Target="../slideLayouts/slideLayout5.xml"/><Relationship Id="R5ab9cb7196b94ba8" Type="http://schemas.openxmlformats.org/officeDocument/2006/relationships/slideLayout" Target="../slideLayouts/slideLayout8.xml"/><Relationship Id="R71c41d335c564363" Type="http://schemas.openxmlformats.org/officeDocument/2006/relationships/slideLayout" Target="../slideLayouts/slideLayout3.xml"/><Relationship Id="R91f19dd47453421c" Type="http://schemas.openxmlformats.org/officeDocument/2006/relationships/slideLayout" Target="../slideLayouts/slideLayout2.xml"/><Relationship Id="R940dbd83033942a3" Type="http://schemas.openxmlformats.org/officeDocument/2006/relationships/slideLayout" Target="../slideLayouts/slideLayout1.xml"/><Relationship Id="Rca10b00f6cc4469f" Type="http://schemas.openxmlformats.org/officeDocument/2006/relationships/slideLayout" Target="../slideLayouts/slideLayout4.xml"/><Relationship Id="Rd63f815dee9c40b9" Type="http://schemas.openxmlformats.org/officeDocument/2006/relationships/theme" Target="theme/theme2.xml"/><Relationship Id="Re66d75c5b4004dc0" Type="http://schemas.openxmlformats.org/officeDocument/2006/relationships/slideLayout" Target="../slideLayouts/slideLayout7.xml"/><Relationship Id="Rfe0ad06f96cd423f" Type="http://schemas.openxmlformats.org/officeDocument/2006/relationships/slideLayout" Target="../slideLayouts/slideLayout9.xml"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6B8D49BD-F53A-4CD7-9E09-57EB6794E08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8650" y="273844"/>
            <a:ext cx="7886700" cy="99417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按一下以編輯母片標題樣式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11564F88-2685-475F-92CF-4C1907BC10D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8650" y="1369219"/>
            <a:ext cx="7886700" cy="326350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按一下以編輯母片文字樣式</a:t>
            </a:r>
          </a:p>
          <a:p xmlns:a="http://schemas.openxmlformats.org/drawingml/2006/main">
            <a:pPr>
              <a:buNone/>
            </a:pPr>
            <a:r>
              <a:t>第二層</a:t>
            </a:r>
          </a:p>
          <a:p xmlns:a="http://schemas.openxmlformats.org/drawingml/2006/main">
            <a:pPr>
              <a:buNone/>
            </a:pPr>
            <a:r>
              <a:t>第三層</a:t>
            </a:r>
          </a:p>
          <a:p xmlns:a="http://schemas.openxmlformats.org/drawingml/2006/main">
            <a:pPr>
              <a:buNone/>
            </a:pPr>
            <a:r>
              <a:t>第四層</a:t>
            </a:r>
          </a:p>
          <a:p xmlns:a="http://schemas.openxmlformats.org/drawingml/2006/main">
            <a:pPr>
              <a:buNone/>
            </a:pPr>
            <a:r>
              <a:t>第五層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7847413D-AA86-413D-92EC-DC29DF4F30CA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600">
                <a:solidFill>
                  <a:schemeClr val="tx1">
                    <a:lumMod val="85000"/>
                    <a:lumOff val="15000"/>
                  </a:schemeClr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fld id="{D04105CA-BFC3-4BCD-B806-E151D69215F4}" type="datetimeFigureOut">
              <a:t>2026/7/22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599DB3CE-A747-4908-9CB2-1D7D9D44DC8E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600">
                <a:solidFill>
                  <a:schemeClr val="tx1">
                    <a:lumMod val="85000"/>
                    <a:lumOff val="15000"/>
                  </a:schemeClr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982BB4CB-26DC-4982-B2E3-44340A594D91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600">
                <a:solidFill>
                  <a:schemeClr val="tx1">
                    <a:lumMod val="85000"/>
                    <a:lumOff val="15000"/>
                  </a:schemeClr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fld id="{72E5D2EC-D9FC-4367-9291-770F97719C88}" type="slidenum"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40dbd83033942a3"/>
    <p:sldLayoutId xmlns:r="http://schemas.openxmlformats.org/officeDocument/2006/relationships" id="2147483650" r:id="R91f19dd47453421c"/>
    <p:sldLayoutId xmlns:r="http://schemas.openxmlformats.org/officeDocument/2006/relationships" id="2147483651" r:id="R71c41d335c564363"/>
    <p:sldLayoutId xmlns:r="http://schemas.openxmlformats.org/officeDocument/2006/relationships" id="2147483652" r:id="Rca10b00f6cc4469f"/>
    <p:sldLayoutId xmlns:r="http://schemas.openxmlformats.org/officeDocument/2006/relationships" id="2147483653" r:id="R17886187e55f452d"/>
    <p:sldLayoutId xmlns:r="http://schemas.openxmlformats.org/officeDocument/2006/relationships" id="2147483654" r:id="R0a0f65f5342b4969"/>
    <p:sldLayoutId xmlns:r="http://schemas.openxmlformats.org/officeDocument/2006/relationships" id="2147483655" r:id="Re66d75c5b4004dc0"/>
    <p:sldLayoutId xmlns:r="http://schemas.openxmlformats.org/officeDocument/2006/relationships" id="2147483656" r:id="R5ab9cb7196b94ba8"/>
    <p:sldLayoutId xmlns:r="http://schemas.openxmlformats.org/officeDocument/2006/relationships" id="2147483657" r:id="Rfe0ad06f96cd423f"/>
  </p:sldLayoutIdLst>
  <p:txStyles>
    <p:titleStyle>
      <a:lvl1pPr xmlns:a="http://schemas.openxmlformats.org/drawingml/2006/main" algn="l">
        <a:lnSpc>
          <a:spcPct val="90000"/>
        </a:lnSpc>
        <a:buNone/>
        <a:defRPr sz="2400" b="1">
          <a:solidFill>
            <a:schemeClr val="tx1">
              <a:lumMod val="85000"/>
              <a:lumOff val="15000"/>
            </a:schemeClr>
          </a:solidFill>
          <a:latin typeface="Arial"/>
          <a:ea typeface="Arial"/>
          <a:cs typeface="Arial"/>
        </a:defRPr>
      </a:lvl1pPr>
    </p:titleStyle>
    <p:bodyStyle>
      <a:lvl1pPr xmlns:a="http://schemas.openxmlformats.org/drawingml/2006/main" marL="171450" indent="-171450" algn="l">
        <a:lnSpc>
          <a:spcPct val="90000"/>
        </a:lnSpc>
        <a:spcBef>
          <a:spcPts val="750"/>
        </a:spcBef>
        <a:buChar char="•"/>
        <a:defRPr sz="1600">
          <a:solidFill>
            <a:schemeClr val="tx1">
              <a:lumMod val="85000"/>
              <a:lumOff val="15000"/>
            </a:schemeClr>
          </a:solidFill>
          <a:latin typeface="Arial"/>
          <a:ea typeface="Arial"/>
          <a:cs typeface="Arial"/>
        </a:defRPr>
      </a:lvl1pPr>
      <a:lvl2pPr xmlns:a="http://schemas.openxmlformats.org/drawingml/2006/main" marL="514350" indent="-171450" algn="l">
        <a:lnSpc>
          <a:spcPct val="90000"/>
        </a:lnSpc>
        <a:spcBef>
          <a:spcPts val="375"/>
        </a:spcBef>
        <a:buChar char="•"/>
        <a:defRPr sz="1200">
          <a:solidFill>
            <a:schemeClr val="tx1">
              <a:lumMod val="85000"/>
              <a:lumOff val="15000"/>
            </a:schemeClr>
          </a:solidFill>
          <a:latin typeface="Arial"/>
          <a:ea typeface="Arial"/>
          <a:cs typeface="Arial"/>
        </a:defRPr>
      </a:lvl2pPr>
      <a:lvl3pPr xmlns:a="http://schemas.openxmlformats.org/drawingml/2006/main" marL="857250" indent="-171450" algn="l">
        <a:lnSpc>
          <a:spcPct val="90000"/>
        </a:lnSpc>
        <a:spcBef>
          <a:spcPts val="375"/>
        </a:spcBef>
        <a:buChar char="•"/>
        <a:defRPr sz="1100">
          <a:solidFill>
            <a:schemeClr val="tx1">
              <a:lumMod val="85000"/>
              <a:lumOff val="15000"/>
            </a:schemeClr>
          </a:solidFill>
          <a:latin typeface="Arial"/>
          <a:ea typeface="Arial"/>
          <a:cs typeface="Arial"/>
        </a:defRPr>
      </a:lvl3pPr>
      <a:lvl4pPr xmlns:a="http://schemas.openxmlformats.org/drawingml/2006/main" marL="1200150" indent="-171450" algn="l">
        <a:lnSpc>
          <a:spcPct val="90000"/>
        </a:lnSpc>
        <a:spcBef>
          <a:spcPts val="375"/>
        </a:spcBef>
        <a:buChar char="•"/>
        <a:defRPr sz="1050">
          <a:solidFill>
            <a:schemeClr val="tx1">
              <a:lumMod val="85000"/>
              <a:lumOff val="15000"/>
            </a:schemeClr>
          </a:solidFill>
          <a:latin typeface="Arial"/>
          <a:ea typeface="Arial"/>
          <a:cs typeface="Arial"/>
        </a:defRPr>
      </a:lvl4pPr>
      <a:lvl5pPr xmlns:a="http://schemas.openxmlformats.org/drawingml/2006/main" marL="1543050" indent="-171450" algn="l">
        <a:lnSpc>
          <a:spcPct val="90000"/>
        </a:lnSpc>
        <a:spcBef>
          <a:spcPts val="375"/>
        </a:spcBef>
        <a:buChar char="•"/>
        <a:defRPr sz="1050">
          <a:solidFill>
            <a:schemeClr val="tx1">
              <a:lumMod val="85000"/>
              <a:lumOff val="15000"/>
            </a:schemeClr>
          </a:solidFill>
          <a:latin typeface="Arial"/>
          <a:ea typeface="Arial"/>
          <a:cs typeface="Arial"/>
        </a:defRPr>
      </a:lvl5pPr>
      <a:lvl6pPr xmlns:a="http://schemas.openxmlformats.org/drawingml/2006/main" marL="1885950" indent="-171450" algn="l">
        <a:lnSpc>
          <a:spcPct val="90000"/>
        </a:lnSpc>
        <a:spcBef>
          <a:spcPts val="375"/>
        </a:spcBef>
        <a:buChar char="•"/>
        <a:defRPr sz="135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228850" indent="-171450" algn="l">
        <a:lnSpc>
          <a:spcPct val="90000"/>
        </a:lnSpc>
        <a:spcBef>
          <a:spcPts val="375"/>
        </a:spcBef>
        <a:buChar char="•"/>
        <a:defRPr sz="135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2571750" indent="-171450" algn="l">
        <a:lnSpc>
          <a:spcPct val="90000"/>
        </a:lnSpc>
        <a:spcBef>
          <a:spcPts val="375"/>
        </a:spcBef>
        <a:buChar char="•"/>
        <a:defRPr sz="135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2914650" indent="-171450" algn="l">
        <a:lnSpc>
          <a:spcPct val="90000"/>
        </a:lnSpc>
        <a:spcBef>
          <a:spcPts val="375"/>
        </a:spcBef>
        <a:buChar char="•"/>
        <a:defRPr sz="135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35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342900" algn="l">
        <a:buNone/>
        <a:defRPr sz="135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685800" algn="l">
        <a:buNone/>
        <a:defRPr sz="135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028700" algn="l">
        <a:buNone/>
        <a:defRPr sz="135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371600" algn="l">
        <a:buNone/>
        <a:defRPr sz="135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1714500" algn="l">
        <a:buNone/>
        <a:defRPr sz="135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057400" algn="l">
        <a:buNone/>
        <a:defRPr sz="135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2400300" algn="l">
        <a:buNone/>
        <a:defRPr sz="135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2743200" algn="l">
        <a:buNone/>
        <a:defRPr sz="135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佈景主題">
  <a:themeElements>
    <a:clrScheme name="Ennostar-Color">
      <a:dk1>
        <a:srgbClr val="4C4948"/>
      </a:dk1>
      <a:lt1>
        <a:srgbClr val="FFFFFF"/>
      </a:lt1>
      <a:dk2>
        <a:srgbClr val="262424"/>
      </a:dk2>
      <a:lt2>
        <a:srgbClr val="F2F2F2"/>
      </a:lt2>
      <a:accent1>
        <a:srgbClr val="004B9F"/>
      </a:accent1>
      <a:accent2>
        <a:srgbClr val="4C6FFF"/>
      </a:accent2>
      <a:accent3>
        <a:srgbClr val="00C49E"/>
      </a:accent3>
      <a:accent4>
        <a:srgbClr val="FFA300"/>
      </a:accent4>
      <a:accent5>
        <a:srgbClr val="D146E0"/>
      </a:accent5>
      <a:accent6>
        <a:srgbClr val="BFD300"/>
      </a:accent6>
      <a:hlink>
        <a:srgbClr val="0000FF"/>
      </a:hlink>
      <a:folHlink>
        <a:srgbClr val="800080"/>
      </a:folHlink>
    </a:clrScheme>
    <a:fontScheme name="Ennostar">
      <a:majorFont>
        <a:latin typeface="Roboto"/>
        <a:ea typeface="微軟正黑體"/>
        <a:cs typeface=""/>
      </a:majorFont>
      <a:minorFont>
        <a:latin typeface="Roboto"/>
        <a:ea typeface="微軟正黑體"/>
        <a:cs typeface=""/>
      </a:minorFont>
    </a:fontScheme>
    <a:fmtScheme name="Ennostar-Color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 standalone='yes'?>
<Relationships xmlns="http://schemas.openxmlformats.org/package/2006/relationships"><Relationship Id="R9a29333211c04175" Type="http://schemas.openxmlformats.org/officeDocument/2006/relationships/slideLayout" Target="../slideLayouts/slideLayout1.xml"/><Relationship Id="Rccefae7ba3f040e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103c5b26404a4400" Type="http://schemas.openxmlformats.org/officeDocument/2006/relationships/slideLayout" Target="../slideLayouts/slideLayout2.xml"/><Relationship Id="Re9cb44296135433f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140a9438727f479b" Type="http://schemas.openxmlformats.org/officeDocument/2006/relationships/notesSlide" Target="../notesSlides/notesSlide3.xml"/><Relationship Id="R594a008d88d94c3e" Type="http://schemas.openxmlformats.org/officeDocument/2006/relationships/slideLayout" Target="../slideLayouts/slideLayout2.xml"/><Relationship Id="rId3" Type="http://schemas.openxmlformats.org/officeDocument/2006/relationships/chart" Target="../charts/chart1.xml"/><Relationship Id="rId4" Type="http://schemas.openxmlformats.org/officeDocument/2006/relationships/chart" Target="../charts/chart2.xml"/></Relationships>
</file>

<file path=ppt/slides/_rels/slide4.xml.rels><?xml version='1.0' encoding='UTF-8' standalone='yes'?>
<Relationships xmlns="http://schemas.openxmlformats.org/package/2006/relationships"><Relationship Id="R54b5e182ff0b488a" Type="http://schemas.openxmlformats.org/officeDocument/2006/relationships/slideLayout" Target="../slideLayouts/slideLayout2.xml"/><Relationship Id="Rf6b54dc4e2024b9f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74d7d7c122c140e4" Type="http://schemas.openxmlformats.org/officeDocument/2006/relationships/notesSlide" Target="../notesSlides/notesSlide5.xml"/><Relationship Id="R871dfec4e3b54e74" Type="http://schemas.openxmlformats.org/officeDocument/2006/relationships/slideLayout" Target="../slideLayouts/slideLayout2.xml"/><Relationship Id="rId3" Type="http://schemas.openxmlformats.org/officeDocument/2006/relationships/chart" Target="../charts/chart3.xml"/><Relationship Id="rId4" Type="http://schemas.openxmlformats.org/officeDocument/2006/relationships/chart" Target="../charts/chart4.xml"/></Relationships>
</file>

<file path=ppt/slides/_rels/slide6.xml.rels><?xml version='1.0' encoding='UTF-8' standalone='yes'?>
<Relationships xmlns="http://schemas.openxmlformats.org/package/2006/relationships"><Relationship Id="R873b044c0fdd458d" Type="http://schemas.openxmlformats.org/officeDocument/2006/relationships/slideLayout" Target="../slideLayouts/slideLayout2.xml"/><Relationship Id="Rd2668e6afd9340eb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3ed115b8efdf4a7e" Type="http://schemas.openxmlformats.org/officeDocument/2006/relationships/notesSlide" Target="../notesSlides/notesSlide7.xml"/><Relationship Id="R89c79faf2de64ee6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27af9ef8ccb548f5" Type="http://schemas.openxmlformats.org/officeDocument/2006/relationships/slideLayout" Target="../slideLayouts/slideLayout8.xml"/><Relationship Id="R60d999dab0f841ed" Type="http://schemas.openxmlformats.org/officeDocument/2006/relationships/notesSlide" Target="../notesSlides/notesSlide8.xml"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標題 2">
            <a:extLst xmlns:a="http://schemas.openxmlformats.org/drawingml/2006/main">
              <a:ext uri="{FF2B5EF4-FFF2-40B4-BE49-F238E27FC236}">
                <a16:creationId xmlns:a16="http://schemas.microsoft.com/office/drawing/2014/main" id="{ECF983F6-1835-79B2-8CA5-D94A43F7637D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buNone/>
              <a:defRPr>
                <a:latin typeface="Noto Sans TC"/>
                <a:ea typeface="Noto Sans TC"/>
                <a:cs typeface="Noto Sans TC"/>
              </a:defRPr>
            </a:pPr>
            <a:r>
              <a:rPr sz="2600" b="1">
                <a:solidFill>
                  <a:srgbClr val="FFFFFF"/>
                </a:solidFill>
                <a:latin typeface="Noto Sans TC"/>
              </a:rPr>
              <a:t>每日良率自動彙整與報告產生系統</a:t>
            </a:r>
          </a:p>
        </p:txBody>
      </p:sp>
      <p:sp>
        <p:nvSpPr>
          <p:cNvPr id="2" name="文字版面配置區 1">
            <a:extLst xmlns:a="http://schemas.openxmlformats.org/drawingml/2006/main">
              <a:ext uri="{FF2B5EF4-FFF2-40B4-BE49-F238E27FC236}">
                <a16:creationId xmlns:a16="http://schemas.microsoft.com/office/drawing/2014/main" id="{C4D41FB1-427B-88C3-8C8C-17D376270D58}"/>
              </a:ext>
            </a:extLst>
          </p:cNvPr>
          <p:cNvSpPr>
            <a:spLocks xmlns:a="http://schemas.openxmlformats.org/drawingml/2006/main" noGrp="1"/>
          </p:cNvSpPr>
          <p:nvPr>
            <p:ph type="body" idx="10"/>
          </p:nvPr>
        </p:nvSpPr>
        <p:spPr>
          <a:xfrm xmlns:a="http://schemas.openxmlformats.org/drawingml/2006/main">
            <a:off x="421361" y="3487578"/>
            <a:ext cx="4137025" cy="1064241"/>
          </a:xfrm>
        </p:spPr>
        <p:txBody>
          <a:bodyPr xmlns:a="http://schemas.openxmlformats.org/drawingml/2006/main" anchor="ctr" wrap="square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  <a:defRPr>
                <a:latin typeface="Noto Sans TC"/>
                <a:ea typeface="Noto Sans TC"/>
                <a:cs typeface="Noto Sans TC"/>
              </a:defRPr>
            </a:pPr>
            <a:r>
              <a:rPr sz="1000" b="0">
                <a:solidFill>
                  <a:srgbClr val="FFFFFF"/>
                </a:solidFill>
                <a:latin typeface="Noto Sans TC"/>
              </a:rPr>
              <a:t>Presented by（新產品工程）</a:t>
            </a:r>
          </a:p>
          <a:p xmlns:a="http://schemas.openxmlformats.org/drawingml/2006/main">
            <a:r>
              <a:rPr sz="1000" b="0">
                <a:solidFill>
                  <a:srgbClr val="FFFFFF"/>
                </a:solidFill>
                <a:latin typeface="Noto Sans TC"/>
              </a:rPr>
              <a:t>July 24, 2026</a:t>
            </a:r>
          </a:p>
        </p:txBody>
      </p:sp>
    </p:spTree>
    <p:extLst>
      <p:ext uri="{BB962C8B-B14F-4D97-AF65-F5344CB8AC3E}">
        <p14:creationId xmlns:p14="http://schemas.microsoft.com/office/powerpoint/2010/main" val="1109974391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172" name="Title 6">
            <a:extLst xmlns:a="http://schemas.openxmlformats.org/drawingml/2006/main">
              <a:ext uri="{FF2B5EF4-FFF2-40B4-BE49-F238E27FC236}">
                <a16:creationId xmlns:a16="http://schemas.microsoft.com/office/drawing/2014/main" id="{B4D10127-80C4-4369-A721-EDE5BA4FA1F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>
            <a:pPr>
              <a:defRPr>
                <a:latin typeface="Noto Sans TC"/>
                <a:ea typeface="Noto Sans TC"/>
                <a:cs typeface="Noto Sans TC"/>
              </a:defRPr>
            </a:pPr>
            <a:r>
              <a:rPr sz="2800" b="1">
                <a:solidFill>
                  <a:srgbClr val="1F2937"/>
                </a:solidFill>
                <a:latin typeface="Noto Sans TC"/>
              </a:rPr>
              <a:t>Agenda</a:t>
            </a:r>
          </a:p>
        </p:txBody>
      </p:sp>
      <p:sp>
        <p:nvSpPr>
          <p:cNvPr id="7170" name="Rectangle 6">
            <a:extLst xmlns:a="http://schemas.openxmlformats.org/drawingml/2006/main">
              <a:ext uri="{FF2B5EF4-FFF2-40B4-BE49-F238E27FC236}">
                <a16:creationId xmlns:a16="http://schemas.microsoft.com/office/drawing/2014/main" id="{F6D2CB2A-E887-4B54-BB65-2DAD1E71825F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7086600" y="4767263"/>
            <a:ext cx="2057400" cy="27463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CAD"/>
          </a:solidFill>
          <a:ln xmlns:a="http://schemas.openxmlformats.org/drawingml/2006/main">
            <a:solidFill>
              <a:srgbClr val="0B5CAD"/>
            </a:solidFill>
          </a:ln>
        </p:spPr>
        <p:txBody>
          <a:bodyPr xmlns:a="http://schemas.openxmlformats.org/drawingml/2006/main" wrap="square">
            <a:normAutofit/>
          </a:bodyPr>
          <a:lstStyle xmlns:a="http://schemas.openxmlformats.org/drawingml/2006/main">
            <a:lvl1pPr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1pPr>
            <a:lvl2pPr marL="557213" indent="-214313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2pPr>
            <a:lvl3pPr marL="857250" indent="-17145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3pPr>
            <a:lvl4pPr marL="1200150" indent="-17145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4pPr>
            <a:lvl5pPr marL="1543050" indent="-17145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5pPr>
            <a:lvl6pPr marL="1885950" indent="-17145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6pPr>
            <a:lvl7pPr marL="2228850" indent="-17145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7pPr>
            <a:lvl8pPr marL="2571750" indent="-17145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8pPr>
            <a:lvl9pPr marL="2914650" indent="-17145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ctr">
              <a:defRPr>
                <a:latin typeface="Noto Sans TC"/>
                <a:ea typeface="Noto Sans TC"/>
                <a:cs typeface="Noto Sans TC"/>
              </a:defRPr>
            </a:pPr>
            <a:r>
              <a:rPr sz="800" b="1">
                <a:solidFill>
                  <a:srgbClr val="FFFFFF"/>
                </a:solidFill>
                <a:latin typeface="Noto Sans TC"/>
              </a:rPr>
              <a:t>2</a:t>
            </a:r>
          </a:p>
        </p:txBody>
      </p:sp>
      <p:sp>
        <p:nvSpPr>
          <p:cNvPr id="23" name="Text 22">
            <a:extLst xmlns:a="http://schemas.openxmlformats.org/drawingml/2006/main">
              <a:ext uri="{FF2B5EF4-FFF2-40B4-BE49-F238E27FC236}">
                <a16:creationId xmlns:a16="http://schemas.microsoft.com/office/drawing/2014/main" id="{438F0493-121A-515A-A360-205CEC0A6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6537960"/>
            <a:ext cx="1133856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  <a:defRPr>
                <a:latin typeface="Noto Sans TC"/>
                <a:ea typeface="Noto Sans TC"/>
                <a:cs typeface="Noto Sans TC"/>
              </a:defRPr>
            </a:pPr>
            <a:r>
              <a:rPr sz="800">
                <a:solidFill>
                  <a:srgbClr val="718096"/>
                </a:solidFill>
                <a:latin typeface="Noto Sans TC"/>
                <a:ea typeface="Noto Sans TC"/>
                <a:cs typeface="Noto Sans TC"/>
              </a:rPr>
              <a:t>跨站影像自動回追與集中彙整系統  |  Overview</a:t>
            </a:r>
          </a:p>
        </p:txBody>
      </p:sp>
      <p:sp xmlns:a="http://schemas.openxmlformats.org/drawingml/2006/main">
        <p:nvSpPr>
          <p:cNvPr id="7173" name="TextBox 7172"/>
          <p:cNvSpPr txBox="1"/>
          <p:nvPr/>
        </p:nvSpPr>
        <p:spPr>
          <a:xfrm>
            <a:off x="411480" y="822960"/>
            <a:ext cx="7406640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600" b="0">
                <a:solidFill>
                  <a:srgbClr val="1F2937"/>
                </a:solidFill>
                <a:latin typeface="Noto Sans TC"/>
              </a:rPr>
              <a:t>以系統匯出資料為入口，自動彙整日／週／月良率並產生固定格式報告</a:t>
            </a:r>
          </a:p>
        </p:txBody>
      </p:sp>
      <p:sp xmlns:a="http://schemas.openxmlformats.org/drawingml/2006/main">
        <p:nvSpPr>
          <p:cNvPr id="7174" name="TextBox 7173"/>
          <p:cNvSpPr txBox="1"/>
          <p:nvPr/>
        </p:nvSpPr>
        <p:spPr>
          <a:xfrm>
            <a:off x="4754880" y="3127248"/>
            <a:ext cx="361188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880" b="1">
                <a:solidFill>
                  <a:srgbClr val="17324D"/>
                </a:solidFill>
                <a:latin typeface="Noto Sans TC"/>
              </a:rPr>
              <a:t>資料主鍵：RECORDDATE / DATATYPE / OPNO / EQP_ID</a:t>
            </a:r>
          </a:p>
        </p:txBody>
      </p:sp>
      <p:sp xmlns:a="http://schemas.openxmlformats.org/drawingml/2006/main">
        <p:nvSpPr>
          <p:cNvPr id="7175" name="Oval 7174"/>
          <p:cNvSpPr/>
          <p:nvPr/>
        </p:nvSpPr>
        <p:spPr>
          <a:xfrm>
            <a:off x="384048" y="1481328"/>
            <a:ext cx="292608" cy="292608"/>
          </a:xfrm>
          <a:prstGeom prst="ellipse">
            <a:avLst/>
          </a:prstGeom>
          <a:solidFill>
            <a:srgbClr val="0B5CAD"/>
          </a:solidFill>
          <a:ln>
            <a:solidFill>
              <a:srgbClr val="0B5C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Noto Sans TC"/>
              </a:rPr>
              <a:t>A</a:t>
            </a:r>
          </a:p>
        </p:txBody>
      </p:sp>
      <p:sp xmlns:a="http://schemas.openxmlformats.org/drawingml/2006/main">
        <p:nvSpPr>
          <p:cNvPr id="7176" name="TextBox 7175"/>
          <p:cNvSpPr txBox="1"/>
          <p:nvPr/>
        </p:nvSpPr>
        <p:spPr>
          <a:xfrm>
            <a:off x="822960" y="1517904"/>
            <a:ext cx="4297680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050" b="1">
                <a:solidFill>
                  <a:srgbClr val="113A6B"/>
                </a:solidFill>
                <a:latin typeface="Noto Sans TC"/>
              </a:rPr>
              <a:t>背景說明及問題描述</a:t>
            </a:r>
          </a:p>
        </p:txBody>
      </p:sp>
      <p:sp xmlns:a="http://schemas.openxmlformats.org/drawingml/2006/main">
        <p:nvSpPr>
          <p:cNvPr id="7177" name="Oval 7176"/>
          <p:cNvSpPr/>
          <p:nvPr/>
        </p:nvSpPr>
        <p:spPr>
          <a:xfrm>
            <a:off x="384048" y="2194560"/>
            <a:ext cx="292608" cy="292608"/>
          </a:xfrm>
          <a:prstGeom prst="ellipse">
            <a:avLst/>
          </a:prstGeom>
          <a:solidFill>
            <a:srgbClr val="0B5CAD"/>
          </a:solidFill>
          <a:ln>
            <a:solidFill>
              <a:srgbClr val="0B5C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Noto Sans TC"/>
              </a:rPr>
              <a:t>B</a:t>
            </a:r>
          </a:p>
        </p:txBody>
      </p:sp>
      <p:sp xmlns:a="http://schemas.openxmlformats.org/drawingml/2006/main">
        <p:nvSpPr>
          <p:cNvPr id="7178" name="TextBox 7177"/>
          <p:cNvSpPr txBox="1"/>
          <p:nvPr/>
        </p:nvSpPr>
        <p:spPr>
          <a:xfrm>
            <a:off x="822960" y="2231136"/>
            <a:ext cx="4297680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050" b="1">
                <a:solidFill>
                  <a:srgbClr val="113A6B"/>
                </a:solidFill>
                <a:latin typeface="Noto Sans TC"/>
              </a:rPr>
              <a:t>創新特徵及內容描述</a:t>
            </a:r>
          </a:p>
        </p:txBody>
      </p:sp>
      <p:sp xmlns:a="http://schemas.openxmlformats.org/drawingml/2006/main">
        <p:nvSpPr>
          <p:cNvPr id="7179" name="Oval 7178"/>
          <p:cNvSpPr/>
          <p:nvPr/>
        </p:nvSpPr>
        <p:spPr>
          <a:xfrm>
            <a:off x="384048" y="2907792"/>
            <a:ext cx="292608" cy="292608"/>
          </a:xfrm>
          <a:prstGeom prst="ellipse">
            <a:avLst/>
          </a:prstGeom>
          <a:solidFill>
            <a:srgbClr val="0B5CAD"/>
          </a:solidFill>
          <a:ln>
            <a:solidFill>
              <a:srgbClr val="0B5C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Noto Sans TC"/>
              </a:rPr>
              <a:t>C</a:t>
            </a:r>
          </a:p>
        </p:txBody>
      </p:sp>
      <p:sp xmlns:a="http://schemas.openxmlformats.org/drawingml/2006/main">
        <p:nvSpPr>
          <p:cNvPr id="7180" name="TextBox 7179"/>
          <p:cNvSpPr txBox="1"/>
          <p:nvPr/>
        </p:nvSpPr>
        <p:spPr>
          <a:xfrm>
            <a:off x="822960" y="2944368"/>
            <a:ext cx="4297680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050" b="1">
                <a:solidFill>
                  <a:srgbClr val="113A6B"/>
                </a:solidFill>
                <a:latin typeface="Noto Sans TC"/>
              </a:rPr>
              <a:t>效益說明</a:t>
            </a:r>
          </a:p>
        </p:txBody>
      </p:sp>
      <p:sp xmlns:a="http://schemas.openxmlformats.org/drawingml/2006/main">
        <p:nvSpPr>
          <p:cNvPr id="7181" name="Oval 7180"/>
          <p:cNvSpPr/>
          <p:nvPr/>
        </p:nvSpPr>
        <p:spPr>
          <a:xfrm>
            <a:off x="384048" y="3621024"/>
            <a:ext cx="292608" cy="292608"/>
          </a:xfrm>
          <a:prstGeom prst="ellipse">
            <a:avLst/>
          </a:prstGeom>
          <a:solidFill>
            <a:srgbClr val="0B5CAD"/>
          </a:solidFill>
          <a:ln>
            <a:solidFill>
              <a:srgbClr val="0B5C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Noto Sans TC"/>
              </a:rPr>
              <a:t>D</a:t>
            </a:r>
          </a:p>
        </p:txBody>
      </p:sp>
      <p:sp xmlns:a="http://schemas.openxmlformats.org/drawingml/2006/main">
        <p:nvSpPr>
          <p:cNvPr id="7182" name="TextBox 7181"/>
          <p:cNvSpPr txBox="1"/>
          <p:nvPr/>
        </p:nvSpPr>
        <p:spPr>
          <a:xfrm>
            <a:off x="822960" y="3657600"/>
            <a:ext cx="4297680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050" b="1">
                <a:solidFill>
                  <a:srgbClr val="113A6B"/>
                </a:solidFill>
                <a:latin typeface="Noto Sans TC"/>
              </a:rPr>
              <a:t>以營業秘密保護之考量</a:t>
            </a:r>
          </a:p>
        </p:txBody>
      </p:sp>
      <p:sp xmlns:a="http://schemas.openxmlformats.org/drawingml/2006/main">
        <p:nvSpPr>
          <p:cNvPr id="7183" name="TextBox 7182"/>
          <p:cNvSpPr txBox="1"/>
          <p:nvPr/>
        </p:nvSpPr>
        <p:spPr>
          <a:xfrm>
            <a:off x="310896" y="4160520"/>
            <a:ext cx="822960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050" b="1">
                <a:solidFill>
                  <a:srgbClr val="12824C"/>
                </a:solidFill>
                <a:latin typeface="Noto Sans TC"/>
              </a:rPr>
              <a:t>Summary</a:t>
            </a:r>
          </a:p>
        </p:txBody>
      </p:sp>
      <p:sp xmlns:a="http://schemas.openxmlformats.org/drawingml/2006/main">
        <p:nvSpPr>
          <p:cNvPr id="7184" name="TextBox 7183"/>
          <p:cNvSpPr txBox="1"/>
          <p:nvPr/>
        </p:nvSpPr>
        <p:spPr>
          <a:xfrm>
            <a:off x="411480" y="4572000"/>
            <a:ext cx="6172200" cy="49377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500" b="1">
                <a:solidFill>
                  <a:srgbClr val="1F2937"/>
                </a:solidFill>
                <a:latin typeface="Noto Sans TC"/>
              </a:rPr>
              <a:t>由人工下載／整理／貼圖，轉為固定口徑、自動更新、可重複執行的報告流程</a:t>
            </a:r>
          </a:p>
        </p:txBody>
      </p:sp>
      <p:cxnSp xmlns:a="http://schemas.openxmlformats.org/drawingml/2006/main">
        <p:nvCxnSpPr>
          <p:cNvPr id="7185" name="Connector 7184"/>
          <p:cNvCxnSpPr/>
          <p:nvPr/>
        </p:nvCxnSpPr>
        <p:spPr>
          <a:xfrm>
            <a:off x="5532120" y="2304288"/>
            <a:ext cx="521208" cy="0"/>
          </a:xfrm>
          <a:prstGeom prst="line">
            <a:avLst/>
          </a:prstGeom>
          <a:ln w="15240">
            <a:solidFill>
              <a:srgbClr val="9CA3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 xmlns:a="http://schemas.openxmlformats.org/drawingml/2006/main">
        <p:nvCxnSpPr>
          <p:cNvPr id="7186" name="Connector 7185"/>
          <p:cNvCxnSpPr/>
          <p:nvPr/>
        </p:nvCxnSpPr>
        <p:spPr>
          <a:xfrm>
            <a:off x="6263640" y="2304288"/>
            <a:ext cx="521208" cy="0"/>
          </a:xfrm>
          <a:prstGeom prst="line">
            <a:avLst/>
          </a:prstGeom>
          <a:ln w="15240">
            <a:solidFill>
              <a:srgbClr val="9CA3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 xmlns:a="http://schemas.openxmlformats.org/drawingml/2006/main">
        <p:nvCxnSpPr>
          <p:cNvPr id="7187" name="Connector 7186"/>
          <p:cNvCxnSpPr/>
          <p:nvPr/>
        </p:nvCxnSpPr>
        <p:spPr>
          <a:xfrm>
            <a:off x="6995160" y="2304288"/>
            <a:ext cx="521208" cy="0"/>
          </a:xfrm>
          <a:prstGeom prst="line">
            <a:avLst/>
          </a:prstGeom>
          <a:ln w="15240">
            <a:solidFill>
              <a:srgbClr val="9CA3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 xmlns:a="http://schemas.openxmlformats.org/drawingml/2006/main">
        <p:nvSpPr>
          <p:cNvPr id="7188" name="Rounded Rectangle 7187"/>
          <p:cNvSpPr/>
          <p:nvPr/>
        </p:nvSpPr>
        <p:spPr>
          <a:xfrm>
            <a:off x="5138928" y="2066543"/>
            <a:ext cx="502920" cy="512064"/>
          </a:xfrm>
          <a:prstGeom prst="roundRect">
            <a:avLst/>
          </a:prstGeom>
          <a:solidFill>
            <a:srgbClr val="F8FBFF"/>
          </a:solidFill>
          <a:ln w="12700">
            <a:solidFill>
              <a:srgbClr val="BBD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>
            <a:normAutofit/>
          </a:bodyPr>
          <a:lstStyle/>
          <a:p>
            <a:pPr algn="ctr"/>
            <a:r>
              <a:rPr sz="750" b="1">
                <a:solidFill>
                  <a:srgbClr val="17324D"/>
                </a:solidFill>
                <a:latin typeface="Noto Sans TC"/>
              </a:rPr>
              <a:t>Export</a:t>
            </a:r>
          </a:p>
          <a:p>
            <a:pPr algn="ctr"/>
            <a:r>
              <a:rPr sz="750" b="1">
                <a:solidFill>
                  <a:srgbClr val="17324D"/>
                </a:solidFill>
                <a:latin typeface="Noto Sans TC"/>
              </a:rPr>
              <a:t>系統</a:t>
            </a:r>
          </a:p>
        </p:txBody>
      </p:sp>
      <p:sp xmlns:a="http://schemas.openxmlformats.org/drawingml/2006/main">
        <p:nvSpPr>
          <p:cNvPr id="7189" name="Rounded Rectangle 7188"/>
          <p:cNvSpPr/>
          <p:nvPr/>
        </p:nvSpPr>
        <p:spPr>
          <a:xfrm>
            <a:off x="5870448" y="2066543"/>
            <a:ext cx="502920" cy="512064"/>
          </a:xfrm>
          <a:prstGeom prst="roundRect">
            <a:avLst/>
          </a:prstGeom>
          <a:solidFill>
            <a:srgbClr val="F8FBFF"/>
          </a:solidFill>
          <a:ln w="12700">
            <a:solidFill>
              <a:srgbClr val="BBD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>
            <a:normAutofit/>
          </a:bodyPr>
          <a:lstStyle/>
          <a:p>
            <a:pPr algn="ctr"/>
            <a:r>
              <a:rPr sz="750" b="1">
                <a:solidFill>
                  <a:srgbClr val="17324D"/>
                </a:solidFill>
                <a:latin typeface="Noto Sans TC"/>
              </a:rPr>
              <a:t>Excel</a:t>
            </a:r>
          </a:p>
          <a:p>
            <a:pPr algn="ctr"/>
            <a:r>
              <a:rPr sz="750" b="1">
                <a:solidFill>
                  <a:srgbClr val="17324D"/>
                </a:solidFill>
                <a:latin typeface="Noto Sans TC"/>
              </a:rPr>
              <a:t>彙整</a:t>
            </a:r>
          </a:p>
        </p:txBody>
      </p:sp>
      <p:sp xmlns:a="http://schemas.openxmlformats.org/drawingml/2006/main">
        <p:nvSpPr>
          <p:cNvPr id="7190" name="Rounded Rectangle 7189"/>
          <p:cNvSpPr/>
          <p:nvPr/>
        </p:nvSpPr>
        <p:spPr>
          <a:xfrm>
            <a:off x="6601968" y="2066543"/>
            <a:ext cx="502920" cy="512064"/>
          </a:xfrm>
          <a:prstGeom prst="roundRect">
            <a:avLst/>
          </a:prstGeom>
          <a:solidFill>
            <a:srgbClr val="F8FBFF"/>
          </a:solidFill>
          <a:ln w="12700">
            <a:solidFill>
              <a:srgbClr val="BBD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>
            <a:normAutofit/>
          </a:bodyPr>
          <a:lstStyle/>
          <a:p>
            <a:pPr algn="ctr"/>
            <a:r>
              <a:rPr sz="750" b="1">
                <a:solidFill>
                  <a:srgbClr val="17324D"/>
                </a:solidFill>
                <a:latin typeface="Noto Sans TC"/>
              </a:rPr>
              <a:t>Chart</a:t>
            </a:r>
          </a:p>
          <a:p>
            <a:pPr algn="ctr"/>
            <a:r>
              <a:rPr sz="750" b="1">
                <a:solidFill>
                  <a:srgbClr val="17324D"/>
                </a:solidFill>
                <a:latin typeface="Noto Sans TC"/>
              </a:rPr>
              <a:t>42張</a:t>
            </a:r>
          </a:p>
        </p:txBody>
      </p:sp>
      <p:sp xmlns:a="http://schemas.openxmlformats.org/drawingml/2006/main">
        <p:nvSpPr>
          <p:cNvPr id="7191" name="Rounded Rectangle 7190"/>
          <p:cNvSpPr/>
          <p:nvPr/>
        </p:nvSpPr>
        <p:spPr>
          <a:xfrm>
            <a:off x="7333488" y="2066543"/>
            <a:ext cx="502920" cy="512064"/>
          </a:xfrm>
          <a:prstGeom prst="roundRect">
            <a:avLst/>
          </a:prstGeom>
          <a:solidFill>
            <a:srgbClr val="F8FBFF"/>
          </a:solidFill>
          <a:ln w="12700">
            <a:solidFill>
              <a:srgbClr val="BBD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>
            <a:normAutofit/>
          </a:bodyPr>
          <a:lstStyle/>
          <a:p>
            <a:pPr algn="ctr"/>
            <a:r>
              <a:rPr sz="750" b="1">
                <a:solidFill>
                  <a:srgbClr val="17324D"/>
                </a:solidFill>
                <a:latin typeface="Noto Sans TC"/>
              </a:rPr>
              <a:t>PPT</a:t>
            </a:r>
          </a:p>
          <a:p>
            <a:pPr algn="ctr"/>
            <a:r>
              <a:rPr sz="750" b="1">
                <a:solidFill>
                  <a:srgbClr val="17324D"/>
                </a:solidFill>
                <a:latin typeface="Noto Sans TC"/>
              </a:rPr>
              <a:t>報告</a:t>
            </a:r>
          </a:p>
        </p:txBody>
      </p:sp>
    </p:spTree>
    <p:extLst>
      <p:ext uri="{BB962C8B-B14F-4D97-AF65-F5344CB8AC3E}">
        <p14:creationId xmlns:p14="http://schemas.microsoft.com/office/powerpoint/2010/main" val="1516479615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172" name="Title 6">
            <a:extLst xmlns:a="http://schemas.openxmlformats.org/drawingml/2006/main">
              <a:ext uri="{FF2B5EF4-FFF2-40B4-BE49-F238E27FC236}">
                <a16:creationId xmlns:a16="http://schemas.microsoft.com/office/drawing/2014/main" id="{BF18BCBE-E779-45D8-A41A-EBF308B272D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>
            <a:pPr>
              <a:defRPr>
                <a:latin typeface="Noto Sans TC"/>
                <a:ea typeface="Noto Sans TC"/>
                <a:cs typeface="Noto Sans TC"/>
              </a:defRPr>
            </a:pPr>
            <a:r>
              <a:rPr sz="2400" b="1">
                <a:solidFill>
                  <a:srgbClr val="1F2937"/>
                </a:solidFill>
                <a:latin typeface="Noto Sans TC"/>
              </a:rPr>
              <a:t>A. 背景說明及問題描述</a:t>
            </a:r>
          </a:p>
        </p:txBody>
      </p:sp>
      <p:sp>
        <p:nvSpPr>
          <p:cNvPr id="7170" name="Rectangle 6">
            <a:extLst xmlns:a="http://schemas.openxmlformats.org/drawingml/2006/main">
              <a:ext uri="{FF2B5EF4-FFF2-40B4-BE49-F238E27FC236}">
                <a16:creationId xmlns:a16="http://schemas.microsoft.com/office/drawing/2014/main" id="{15C07DAC-8B55-4DC9-A8FF-9E745AC8FE15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7086600" y="4767263"/>
            <a:ext cx="2057400" cy="27463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CAD"/>
          </a:solidFill>
          <a:ln xmlns:a="http://schemas.openxmlformats.org/drawingml/2006/main">
            <a:solidFill>
              <a:srgbClr val="0B5CAD"/>
            </a:solidFill>
          </a:ln>
        </p:spPr>
        <p:txBody>
          <a:bodyPr xmlns:a="http://schemas.openxmlformats.org/drawingml/2006/main" wrap="square">
            <a:normAutofit/>
          </a:bodyPr>
          <a:lstStyle xmlns:a="http://schemas.openxmlformats.org/drawingml/2006/main">
            <a:lvl1pPr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1pPr>
            <a:lvl2pPr marL="557213" indent="-214313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2pPr>
            <a:lvl3pPr marL="857250" indent="-17145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3pPr>
            <a:lvl4pPr marL="1200150" indent="-17145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4pPr>
            <a:lvl5pPr marL="1543050" indent="-17145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5pPr>
            <a:lvl6pPr marL="1885950" indent="-17145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6pPr>
            <a:lvl7pPr marL="2228850" indent="-17145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7pPr>
            <a:lvl8pPr marL="2571750" indent="-17145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8pPr>
            <a:lvl9pPr marL="2914650" indent="-17145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ctr">
              <a:defRPr>
                <a:latin typeface="Noto Sans TC"/>
                <a:ea typeface="Noto Sans TC"/>
                <a:cs typeface="Noto Sans TC"/>
              </a:defRPr>
            </a:pPr>
            <a:r>
              <a:rPr sz="800" b="1">
                <a:solidFill>
                  <a:srgbClr val="FFFFFF"/>
                </a:solidFill>
                <a:latin typeface="Noto Sans TC"/>
              </a:rPr>
              <a:t>3</a:t>
            </a:r>
          </a:p>
        </p:txBody>
      </p:sp>
      <p:sp xmlns:a="http://schemas.openxmlformats.org/drawingml/2006/main">
        <p:nvSpPr>
          <p:cNvPr id="7173" name="TextBox 7172"/>
          <p:cNvSpPr txBox="1"/>
          <p:nvPr/>
        </p:nvSpPr>
        <p:spPr>
          <a:xfrm>
            <a:off x="274320" y="841248"/>
            <a:ext cx="2743200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400" b="1">
                <a:solidFill>
                  <a:srgbClr val="113A6B"/>
                </a:solidFill>
                <a:latin typeface="Noto Sans TC"/>
              </a:rPr>
              <a:t>每日良率報告的現況</a:t>
            </a:r>
          </a:p>
        </p:txBody>
      </p:sp>
      <p:sp xmlns:a="http://schemas.openxmlformats.org/drawingml/2006/main">
        <p:nvSpPr>
          <p:cNvPr id="7174" name="TextBox 7173"/>
          <p:cNvSpPr txBox="1"/>
          <p:nvPr/>
        </p:nvSpPr>
        <p:spPr>
          <a:xfrm>
            <a:off x="274320" y="1216152"/>
            <a:ext cx="2560320" cy="7132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200" b="0">
                <a:solidFill>
                  <a:srgbClr val="1F2937"/>
                </a:solidFill>
                <a:latin typeface="Noto Sans TC"/>
              </a:rPr>
              <a:t>目前需人工從系統匯出資料，再依站點、日期與良率類型進行整理、畫圖與貼報告。</a:t>
            </a:r>
          </a:p>
          <a:p/>
          <a:p>
            <a:r>
              <a:rPr sz="1200" b="0">
                <a:solidFill>
                  <a:srgbClr val="1F2937"/>
                </a:solidFill>
                <a:latin typeface="Noto Sans TC"/>
              </a:rPr>
              <a:t>人工整理易受欄位變更、圖表貼圖與版面更新影響。</a:t>
            </a:r>
          </a:p>
        </p:txBody>
      </p:sp>
      <p:sp xmlns:a="http://schemas.openxmlformats.org/drawingml/2006/main">
        <p:nvSpPr>
          <p:cNvPr id="7175" name="TextBox 7174"/>
          <p:cNvSpPr txBox="1"/>
          <p:nvPr/>
        </p:nvSpPr>
        <p:spPr>
          <a:xfrm>
            <a:off x="411480" y="3931920"/>
            <a:ext cx="4480560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400" b="1">
                <a:solidFill>
                  <a:srgbClr val="113A6B"/>
                </a:solidFill>
                <a:latin typeface="Noto Sans TC"/>
              </a:rPr>
              <a:t>人工報表負荷（估算）</a:t>
            </a:r>
          </a:p>
        </p:txBody>
      </p:sp>
      <p:sp xmlns:a="http://schemas.openxmlformats.org/drawingml/2006/main">
        <p:nvSpPr>
          <p:cNvPr id="7176" name="TextBox 7175"/>
          <p:cNvSpPr txBox="1"/>
          <p:nvPr/>
        </p:nvSpPr>
        <p:spPr>
          <a:xfrm>
            <a:off x="411480" y="4462272"/>
            <a:ext cx="512064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960" b="0">
                <a:solidFill>
                  <a:srgbClr val="1F2937"/>
                </a:solidFill>
                <a:latin typeface="Noto Sans TC"/>
              </a:rPr>
              <a:t>估算：14站 × 3週期 = 42張圖表／次；42張 × 3分鐘 = 126分鐘／次（約2.1小時）</a:t>
            </a:r>
          </a:p>
        </p:txBody>
      </p:sp>
      <p:sp xmlns:a="http://schemas.openxmlformats.org/drawingml/2006/main">
        <p:nvSpPr>
          <p:cNvPr id="7177" name="Rounded Rectangle 7176"/>
          <p:cNvSpPr/>
          <p:nvPr/>
        </p:nvSpPr>
        <p:spPr>
          <a:xfrm>
            <a:off x="5486400" y="822960"/>
            <a:ext cx="804672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2B8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7178" name="TextBox 7177"/>
          <p:cNvSpPr txBox="1"/>
          <p:nvPr/>
        </p:nvSpPr>
        <p:spPr>
          <a:xfrm>
            <a:off x="5486400" y="932688"/>
            <a:ext cx="804672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400" b="1">
                <a:solidFill>
                  <a:srgbClr val="C0392B"/>
                </a:solidFill>
                <a:latin typeface="Noto Sans TC"/>
              </a:rPr>
              <a:t>14</a:t>
            </a:r>
          </a:p>
        </p:txBody>
      </p:sp>
      <p:sp xmlns:a="http://schemas.openxmlformats.org/drawingml/2006/main">
        <p:nvSpPr>
          <p:cNvPr id="7179" name="TextBox 7178"/>
          <p:cNvSpPr txBox="1"/>
          <p:nvPr/>
        </p:nvSpPr>
        <p:spPr>
          <a:xfrm>
            <a:off x="5486400" y="1298448"/>
            <a:ext cx="804672" cy="23774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750" b="1">
                <a:solidFill>
                  <a:srgbClr val="6B7280"/>
                </a:solidFill>
                <a:latin typeface="Noto Sans TC"/>
              </a:rPr>
              <a:t>站點</a:t>
            </a:r>
          </a:p>
        </p:txBody>
      </p:sp>
      <p:sp xmlns:a="http://schemas.openxmlformats.org/drawingml/2006/main">
        <p:nvSpPr>
          <p:cNvPr id="7180" name="Rounded Rectangle 7179"/>
          <p:cNvSpPr/>
          <p:nvPr/>
        </p:nvSpPr>
        <p:spPr>
          <a:xfrm>
            <a:off x="6693408" y="822960"/>
            <a:ext cx="804672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2B8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7181" name="TextBox 7180"/>
          <p:cNvSpPr txBox="1"/>
          <p:nvPr/>
        </p:nvSpPr>
        <p:spPr>
          <a:xfrm>
            <a:off x="6693408" y="932688"/>
            <a:ext cx="804672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400" b="1">
                <a:solidFill>
                  <a:srgbClr val="C0392B"/>
                </a:solidFill>
                <a:latin typeface="Noto Sans TC"/>
              </a:rPr>
              <a:t>3</a:t>
            </a:r>
          </a:p>
        </p:txBody>
      </p:sp>
      <p:sp xmlns:a="http://schemas.openxmlformats.org/drawingml/2006/main">
        <p:nvSpPr>
          <p:cNvPr id="7182" name="TextBox 7181"/>
          <p:cNvSpPr txBox="1"/>
          <p:nvPr/>
        </p:nvSpPr>
        <p:spPr>
          <a:xfrm>
            <a:off x="6693408" y="1298448"/>
            <a:ext cx="804672" cy="23774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750" b="1">
                <a:solidFill>
                  <a:srgbClr val="6B7280"/>
                </a:solidFill>
                <a:latin typeface="Noto Sans TC"/>
              </a:rPr>
              <a:t>週期</a:t>
            </a:r>
          </a:p>
          <a:p>
            <a:pPr algn="ctr"/>
            <a:r>
              <a:rPr sz="750" b="1">
                <a:solidFill>
                  <a:srgbClr val="6B7280"/>
                </a:solidFill>
                <a:latin typeface="Noto Sans TC"/>
              </a:rPr>
              <a:t>日/週/月</a:t>
            </a:r>
          </a:p>
        </p:txBody>
      </p:sp>
      <p:sp xmlns:a="http://schemas.openxmlformats.org/drawingml/2006/main">
        <p:nvSpPr>
          <p:cNvPr id="7183" name="Rounded Rectangle 7182"/>
          <p:cNvSpPr/>
          <p:nvPr/>
        </p:nvSpPr>
        <p:spPr>
          <a:xfrm>
            <a:off x="7845552" y="822960"/>
            <a:ext cx="804672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2B8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7184" name="TextBox 7183"/>
          <p:cNvSpPr txBox="1"/>
          <p:nvPr/>
        </p:nvSpPr>
        <p:spPr>
          <a:xfrm>
            <a:off x="7845552" y="932688"/>
            <a:ext cx="804672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400" b="1">
                <a:solidFill>
                  <a:srgbClr val="F5A623"/>
                </a:solidFill>
                <a:latin typeface="Noto Sans TC"/>
              </a:rPr>
              <a:t>42</a:t>
            </a:r>
          </a:p>
        </p:txBody>
      </p:sp>
      <p:sp xmlns:a="http://schemas.openxmlformats.org/drawingml/2006/main">
        <p:nvSpPr>
          <p:cNvPr id="7185" name="TextBox 7184"/>
          <p:cNvSpPr txBox="1"/>
          <p:nvPr/>
        </p:nvSpPr>
        <p:spPr>
          <a:xfrm>
            <a:off x="7845552" y="1298448"/>
            <a:ext cx="804672" cy="23774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750" b="1">
                <a:solidFill>
                  <a:srgbClr val="6B7280"/>
                </a:solidFill>
                <a:latin typeface="Noto Sans TC"/>
              </a:rPr>
              <a:t>圖表</a:t>
            </a:r>
          </a:p>
        </p:txBody>
      </p:sp>
      <p:sp xmlns:a="http://schemas.openxmlformats.org/drawingml/2006/main">
        <p:nvSpPr>
          <p:cNvPr id="7186" name="Rounded Rectangle 7185"/>
          <p:cNvSpPr/>
          <p:nvPr/>
        </p:nvSpPr>
        <p:spPr>
          <a:xfrm>
            <a:off x="5394960" y="2011680"/>
            <a:ext cx="3291840" cy="1600200"/>
          </a:xfrm>
          <a:prstGeom prst="roundRect">
            <a:avLst/>
          </a:prstGeom>
          <a:solidFill>
            <a:srgbClr val="FFF7F7"/>
          </a:solidFill>
          <a:ln w="12700">
            <a:solidFill>
              <a:srgbClr val="F2B8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7187" name="TextBox 7186"/>
          <p:cNvSpPr txBox="1"/>
          <p:nvPr/>
        </p:nvSpPr>
        <p:spPr>
          <a:xfrm>
            <a:off x="5440680" y="2084831"/>
            <a:ext cx="324612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100" b="1">
                <a:solidFill>
                  <a:srgbClr val="C0392B"/>
                </a:solidFill>
                <a:latin typeface="Noto Sans TC"/>
              </a:rPr>
              <a:t>主要風險</a:t>
            </a:r>
          </a:p>
        </p:txBody>
      </p:sp>
      <p:sp xmlns:a="http://schemas.openxmlformats.org/drawingml/2006/main">
        <p:nvSpPr>
          <p:cNvPr id="7188" name="TextBox 7187"/>
          <p:cNvSpPr txBox="1"/>
          <p:nvPr/>
        </p:nvSpPr>
        <p:spPr>
          <a:xfrm>
            <a:off x="5440680" y="2359152"/>
            <a:ext cx="3182112" cy="10058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019" b="0">
                <a:solidFill>
                  <a:srgbClr val="1F2937"/>
                </a:solidFill>
                <a:latin typeface="Noto Sans TC"/>
              </a:rPr>
              <a:t>• 資料欄位與站點對應規則分散</a:t>
            </a:r>
          </a:p>
          <a:p>
            <a:r>
              <a:rPr sz="1019" b="0">
                <a:solidFill>
                  <a:srgbClr val="1F2937"/>
                </a:solidFill>
                <a:latin typeface="Noto Sans TC"/>
              </a:rPr>
              <a:t>• 人工整理易發生公式口徑不一致</a:t>
            </a:r>
          </a:p>
          <a:p>
            <a:r>
              <a:rPr sz="1019" b="0">
                <a:solidFill>
                  <a:srgbClr val="1F2937"/>
                </a:solidFill>
                <a:latin typeface="Noto Sans TC"/>
              </a:rPr>
              <a:t>• 日／週／月圖表易漏貼或版面跑掉</a:t>
            </a:r>
          </a:p>
          <a:p>
            <a:r>
              <a:rPr sz="1019" b="0">
                <a:solidFill>
                  <a:srgbClr val="1F2937"/>
                </a:solidFill>
                <a:latin typeface="Noto Sans TC"/>
              </a:rPr>
              <a:t>• 低良率站點無法即時排序聚焦</a:t>
            </a:r>
          </a:p>
        </p:txBody>
      </p:sp>
      <p:graphicFrame xmlns:a="http://schemas.openxmlformats.org/drawingml/2006/main">
        <p:nvGraphicFramePr>
          <p:cNvPr id="7189" name="Chart 7188"/>
          <p:cNvGraphicFramePr>
            <a:graphicFrameLocks noGrp="1"/>
          </p:cNvGraphicFramePr>
          <p:nvPr/>
        </p:nvGraphicFramePr>
        <p:xfrm>
          <a:off x="2743200" y="987552"/>
          <a:ext cx="2423160" cy="19659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 xmlns:a="http://schemas.openxmlformats.org/drawingml/2006/main">
        <p:nvGraphicFramePr>
          <p:cNvPr id="7190" name="Chart 7189"/>
          <p:cNvGraphicFramePr>
            <a:graphicFrameLocks noGrp="1"/>
          </p:cNvGraphicFramePr>
          <p:nvPr/>
        </p:nvGraphicFramePr>
        <p:xfrm>
          <a:off x="2743200" y="3044952"/>
          <a:ext cx="2423160" cy="135331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 xmlns:a="http://schemas.openxmlformats.org/drawingml/2006/main">
        <p:nvSpPr>
          <p:cNvPr id="7191" name="TextBox 7190"/>
          <p:cNvSpPr txBox="1"/>
          <p:nvPr/>
        </p:nvSpPr>
        <p:spPr>
          <a:xfrm>
            <a:off x="5440680" y="3767328"/>
            <a:ext cx="356616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860" b="1">
                <a:solidFill>
                  <a:srgbClr val="1F2937"/>
                </a:solidFill>
                <a:latin typeface="Noto Sans TC"/>
              </a:rPr>
              <a:t>最低站點：3DL01 87.5%；低於 95% 站點共 5 個。</a:t>
            </a:r>
          </a:p>
        </p:txBody>
      </p:sp>
      <p:sp xmlns:a="http://schemas.openxmlformats.org/drawingml/2006/main">
        <p:nvSpPr>
          <p:cNvPr id="7192" name="TextBox 7191"/>
          <p:cNvSpPr txBox="1"/>
          <p:nvPr/>
        </p:nvSpPr>
        <p:spPr>
          <a:xfrm>
            <a:off x="5440680" y="4014215"/>
            <a:ext cx="3566160" cy="14630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780" b="1">
                <a:solidFill>
                  <a:srgbClr val="113A6B"/>
                </a:solidFill>
                <a:latin typeface="Noto Sans TC"/>
              </a:rPr>
              <a:t>3DL01  SPI2  AOI3  AOI4  FT1</a:t>
            </a:r>
          </a:p>
        </p:txBody>
      </p:sp>
    </p:spTree>
    <p:extLst>
      <p:ext uri="{BB962C8B-B14F-4D97-AF65-F5344CB8AC3E}">
        <p14:creationId xmlns:p14="http://schemas.microsoft.com/office/powerpoint/2010/main" val="821822252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172" name="Title 6">
            <a:extLst xmlns:a="http://schemas.openxmlformats.org/drawingml/2006/main">
              <a:ext uri="{FF2B5EF4-FFF2-40B4-BE49-F238E27FC236}">
                <a16:creationId xmlns:a16="http://schemas.microsoft.com/office/drawing/2014/main" id="{99C4ED8E-3EB1-44E2-B720-E2C0A9645B2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>
            <a:pPr>
              <a:defRPr>
                <a:latin typeface="Noto Sans TC"/>
                <a:ea typeface="Noto Sans TC"/>
                <a:cs typeface="Noto Sans TC"/>
              </a:defRPr>
            </a:pPr>
            <a:r>
              <a:rPr sz="2400" b="1">
                <a:solidFill>
                  <a:srgbClr val="1F2937"/>
                </a:solidFill>
                <a:latin typeface="Noto Sans TC"/>
              </a:rPr>
              <a:t>B. 創新特徵及內容描述</a:t>
            </a:r>
          </a:p>
        </p:txBody>
      </p:sp>
      <p:sp>
        <p:nvSpPr>
          <p:cNvPr id="7170" name="Rectangle 6">
            <a:extLst xmlns:a="http://schemas.openxmlformats.org/drawingml/2006/main">
              <a:ext uri="{FF2B5EF4-FFF2-40B4-BE49-F238E27FC236}">
                <a16:creationId xmlns:a16="http://schemas.microsoft.com/office/drawing/2014/main" id="{65F223F4-DD29-4D9A-B519-E01C1ABD1023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7086600" y="4767263"/>
            <a:ext cx="2057400" cy="27463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CAD"/>
          </a:solidFill>
          <a:ln xmlns:a="http://schemas.openxmlformats.org/drawingml/2006/main">
            <a:solidFill>
              <a:srgbClr val="0B5CAD"/>
            </a:solidFill>
          </a:ln>
        </p:spPr>
        <p:txBody>
          <a:bodyPr xmlns:a="http://schemas.openxmlformats.org/drawingml/2006/main" wrap="square">
            <a:normAutofit/>
          </a:bodyPr>
          <a:lstStyle xmlns:a="http://schemas.openxmlformats.org/drawingml/2006/main">
            <a:lvl1pPr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1pPr>
            <a:lvl2pPr marL="557213" indent="-214313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2pPr>
            <a:lvl3pPr marL="857250" indent="-17145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3pPr>
            <a:lvl4pPr marL="1200150" indent="-17145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4pPr>
            <a:lvl5pPr marL="1543050" indent="-17145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5pPr>
            <a:lvl6pPr marL="1885950" indent="-17145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6pPr>
            <a:lvl7pPr marL="2228850" indent="-17145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7pPr>
            <a:lvl8pPr marL="2571750" indent="-17145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8pPr>
            <a:lvl9pPr marL="2914650" indent="-17145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ctr">
              <a:defRPr>
                <a:latin typeface="Noto Sans TC"/>
                <a:ea typeface="Noto Sans TC"/>
                <a:cs typeface="Noto Sans TC"/>
              </a:defRPr>
            </a:pPr>
            <a:r>
              <a:rPr sz="800" b="1">
                <a:solidFill>
                  <a:srgbClr val="FFFFFF"/>
                </a:solidFill>
                <a:latin typeface="Noto Sans TC"/>
              </a:rPr>
              <a:t>4</a:t>
            </a:r>
          </a:p>
        </p:txBody>
      </p:sp>
      <p:sp xmlns:a="http://schemas.openxmlformats.org/drawingml/2006/main">
        <p:nvSpPr>
          <p:cNvPr id="7173" name="Rounded Rectangle 7172"/>
          <p:cNvSpPr/>
          <p:nvPr/>
        </p:nvSpPr>
        <p:spPr>
          <a:xfrm>
            <a:off x="548640" y="950976"/>
            <a:ext cx="233172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E2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7174" name="TextBox 7173"/>
          <p:cNvSpPr txBox="1"/>
          <p:nvPr/>
        </p:nvSpPr>
        <p:spPr>
          <a:xfrm>
            <a:off x="658368" y="1097280"/>
            <a:ext cx="210312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980" b="1">
                <a:solidFill>
                  <a:srgbClr val="113A6B"/>
                </a:solidFill>
                <a:latin typeface="Noto Sans TC"/>
              </a:rPr>
              <a:t>資料自動彙整</a:t>
            </a:r>
          </a:p>
        </p:txBody>
      </p:sp>
      <p:sp xmlns:a="http://schemas.openxmlformats.org/drawingml/2006/main">
        <p:nvSpPr>
          <p:cNvPr id="7175" name="TextBox 7174"/>
          <p:cNvSpPr txBox="1"/>
          <p:nvPr/>
        </p:nvSpPr>
        <p:spPr>
          <a:xfrm>
            <a:off x="658368" y="1353312"/>
            <a:ext cx="2103120" cy="6583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860" b="0">
                <a:solidFill>
                  <a:srgbClr val="1F2937"/>
                </a:solidFill>
                <a:latin typeface="Noto Sans TC"/>
              </a:rPr>
              <a:t>• 系統匯出檔作為唯一入口</a:t>
            </a:r>
          </a:p>
          <a:p>
            <a:r>
              <a:rPr sz="860" b="0">
                <a:solidFill>
                  <a:srgbClr val="1F2937"/>
                </a:solidFill>
                <a:latin typeface="Noto Sans TC"/>
              </a:rPr>
              <a:t>• 自動解析日期與站點欄位</a:t>
            </a:r>
          </a:p>
          <a:p>
            <a:r>
              <a:rPr sz="860" b="0">
                <a:solidFill>
                  <a:srgbClr val="1F2937"/>
                </a:solidFill>
                <a:latin typeface="Noto Sans TC"/>
              </a:rPr>
              <a:t>• 日／週／月資料自動分群</a:t>
            </a:r>
          </a:p>
        </p:txBody>
      </p:sp>
      <p:sp xmlns:a="http://schemas.openxmlformats.org/drawingml/2006/main">
        <p:nvSpPr>
          <p:cNvPr id="7176" name="Rounded Rectangle 7175"/>
          <p:cNvSpPr/>
          <p:nvPr/>
        </p:nvSpPr>
        <p:spPr>
          <a:xfrm>
            <a:off x="3246120" y="950976"/>
            <a:ext cx="233172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E2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7177" name="TextBox 7176"/>
          <p:cNvSpPr txBox="1"/>
          <p:nvPr/>
        </p:nvSpPr>
        <p:spPr>
          <a:xfrm>
            <a:off x="3355848" y="1097280"/>
            <a:ext cx="210312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980" b="1">
                <a:solidFill>
                  <a:srgbClr val="113A6B"/>
                </a:solidFill>
                <a:latin typeface="Noto Sans TC"/>
              </a:rPr>
              <a:t>良率口徑固定</a:t>
            </a:r>
          </a:p>
        </p:txBody>
      </p:sp>
      <p:sp xmlns:a="http://schemas.openxmlformats.org/drawingml/2006/main">
        <p:nvSpPr>
          <p:cNvPr id="7178" name="TextBox 7177"/>
          <p:cNvSpPr txBox="1"/>
          <p:nvPr/>
        </p:nvSpPr>
        <p:spPr>
          <a:xfrm>
            <a:off x="3355848" y="1353312"/>
            <a:ext cx="2103120" cy="6583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860" b="0">
                <a:solidFill>
                  <a:srgbClr val="1F2937"/>
                </a:solidFill>
                <a:latin typeface="Noto Sans TC"/>
              </a:rPr>
              <a:t>• 片良率以 Total / NG 加權重算</a:t>
            </a:r>
          </a:p>
          <a:p>
            <a:r>
              <a:rPr sz="860" b="0">
                <a:solidFill>
                  <a:srgbClr val="1F2937"/>
                </a:solidFill>
                <a:latin typeface="Noto Sans TC"/>
              </a:rPr>
              <a:t>• 顆粒良率以顆數加權重算</a:t>
            </a:r>
          </a:p>
          <a:p>
            <a:r>
              <a:rPr sz="860" b="0">
                <a:solidFill>
                  <a:srgbClr val="1F2937"/>
                </a:solidFill>
                <a:latin typeface="Noto Sans TC"/>
              </a:rPr>
              <a:t>• 避免百分比直接平均錯誤</a:t>
            </a:r>
          </a:p>
        </p:txBody>
      </p:sp>
      <p:sp xmlns:a="http://schemas.openxmlformats.org/drawingml/2006/main">
        <p:nvSpPr>
          <p:cNvPr id="7179" name="Rounded Rectangle 7178"/>
          <p:cNvSpPr/>
          <p:nvPr/>
        </p:nvSpPr>
        <p:spPr>
          <a:xfrm>
            <a:off x="5943600" y="950976"/>
            <a:ext cx="233172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E2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7180" name="TextBox 7179"/>
          <p:cNvSpPr txBox="1"/>
          <p:nvPr/>
        </p:nvSpPr>
        <p:spPr>
          <a:xfrm>
            <a:off x="6053328" y="1097280"/>
            <a:ext cx="210312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980" b="1">
                <a:solidFill>
                  <a:srgbClr val="113A6B"/>
                </a:solidFill>
                <a:latin typeface="Noto Sans TC"/>
              </a:rPr>
              <a:t>報告自動輸出</a:t>
            </a:r>
          </a:p>
        </p:txBody>
      </p:sp>
      <p:sp xmlns:a="http://schemas.openxmlformats.org/drawingml/2006/main">
        <p:nvSpPr>
          <p:cNvPr id="7181" name="TextBox 7180"/>
          <p:cNvSpPr txBox="1"/>
          <p:nvPr/>
        </p:nvSpPr>
        <p:spPr>
          <a:xfrm>
            <a:off x="6053328" y="1353312"/>
            <a:ext cx="2103120" cy="6583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860" b="0">
                <a:solidFill>
                  <a:srgbClr val="1F2937"/>
                </a:solidFill>
                <a:latin typeface="Noto Sans TC"/>
              </a:rPr>
              <a:t>• 產生貼圖區與 PPT 重點頁</a:t>
            </a:r>
          </a:p>
          <a:p>
            <a:r>
              <a:rPr sz="860" b="0">
                <a:solidFill>
                  <a:srgbClr val="1F2937"/>
                </a:solidFill>
                <a:latin typeface="Noto Sans TC"/>
              </a:rPr>
              <a:t>• 固定圖表位置與格式</a:t>
            </a:r>
          </a:p>
          <a:p>
            <a:r>
              <a:rPr sz="860" b="0">
                <a:solidFill>
                  <a:srgbClr val="1F2937"/>
                </a:solidFill>
                <a:latin typeface="Noto Sans TC"/>
              </a:rPr>
              <a:t>• 低良率站點自動排序</a:t>
            </a:r>
          </a:p>
        </p:txBody>
      </p:sp>
      <p:sp xmlns:a="http://schemas.openxmlformats.org/drawingml/2006/main">
        <p:nvSpPr>
          <p:cNvPr id="7182" name="TextBox 7181"/>
          <p:cNvSpPr txBox="1"/>
          <p:nvPr/>
        </p:nvSpPr>
        <p:spPr>
          <a:xfrm>
            <a:off x="658368" y="2514600"/>
            <a:ext cx="146304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050" b="1">
                <a:solidFill>
                  <a:srgbClr val="113A6B"/>
                </a:solidFill>
                <a:latin typeface="Noto Sans TC"/>
              </a:rPr>
              <a:t>設計核心</a:t>
            </a:r>
          </a:p>
        </p:txBody>
      </p:sp>
      <p:sp xmlns:a="http://schemas.openxmlformats.org/drawingml/2006/main">
        <p:nvSpPr>
          <p:cNvPr id="7183" name="TextBox 7182"/>
          <p:cNvSpPr txBox="1"/>
          <p:nvPr/>
        </p:nvSpPr>
        <p:spPr>
          <a:xfrm>
            <a:off x="658368" y="2788920"/>
            <a:ext cx="7589520" cy="42062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940" b="0">
                <a:solidFill>
                  <a:srgbClr val="1F2937"/>
                </a:solidFill>
                <a:latin typeface="Noto Sans TC"/>
              </a:rPr>
              <a:t>以 Excel 自動化流程串接原始資料、站點 mapping、良率重算、圖表貼圖區與 PPT 報告，讓每日更新從人工操作轉為可重複執行的標準流程。</a:t>
            </a:r>
          </a:p>
        </p:txBody>
      </p:sp>
      <p:cxnSp xmlns:a="http://schemas.openxmlformats.org/drawingml/2006/main">
        <p:nvCxnSpPr>
          <p:cNvPr id="7184" name="Connector 7183"/>
          <p:cNvCxnSpPr/>
          <p:nvPr/>
        </p:nvCxnSpPr>
        <p:spPr>
          <a:xfrm>
            <a:off x="1664208" y="4096512"/>
            <a:ext cx="576072" cy="0"/>
          </a:xfrm>
          <a:prstGeom prst="line">
            <a:avLst/>
          </a:prstGeom>
          <a:ln w="12700">
            <a:solidFill>
              <a:srgbClr val="9CA3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 xmlns:a="http://schemas.openxmlformats.org/drawingml/2006/main">
        <p:nvCxnSpPr>
          <p:cNvPr id="7185" name="Connector 7184"/>
          <p:cNvCxnSpPr/>
          <p:nvPr/>
        </p:nvCxnSpPr>
        <p:spPr>
          <a:xfrm>
            <a:off x="3291840" y="4096512"/>
            <a:ext cx="576072" cy="0"/>
          </a:xfrm>
          <a:prstGeom prst="line">
            <a:avLst/>
          </a:prstGeom>
          <a:ln w="12700">
            <a:solidFill>
              <a:srgbClr val="9CA3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 xmlns:a="http://schemas.openxmlformats.org/drawingml/2006/main">
        <p:nvCxnSpPr>
          <p:cNvPr id="7186" name="Connector 7185"/>
          <p:cNvCxnSpPr/>
          <p:nvPr/>
        </p:nvCxnSpPr>
        <p:spPr>
          <a:xfrm>
            <a:off x="4919472" y="4096512"/>
            <a:ext cx="576072" cy="0"/>
          </a:xfrm>
          <a:prstGeom prst="line">
            <a:avLst/>
          </a:prstGeom>
          <a:ln w="12700">
            <a:solidFill>
              <a:srgbClr val="9CA3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 xmlns:a="http://schemas.openxmlformats.org/drawingml/2006/main">
        <p:nvCxnSpPr>
          <p:cNvPr id="7187" name="Connector 7186"/>
          <p:cNvCxnSpPr/>
          <p:nvPr/>
        </p:nvCxnSpPr>
        <p:spPr>
          <a:xfrm>
            <a:off x="6547104" y="4096512"/>
            <a:ext cx="576072" cy="0"/>
          </a:xfrm>
          <a:prstGeom prst="line">
            <a:avLst/>
          </a:prstGeom>
          <a:ln w="12700">
            <a:solidFill>
              <a:srgbClr val="9CA3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 xmlns:a="http://schemas.openxmlformats.org/drawingml/2006/main">
        <p:nvSpPr>
          <p:cNvPr id="7188" name="Rounded Rectangle 7187"/>
          <p:cNvSpPr/>
          <p:nvPr/>
        </p:nvSpPr>
        <p:spPr>
          <a:xfrm>
            <a:off x="658368" y="3822191"/>
            <a:ext cx="1005840" cy="548640"/>
          </a:xfrm>
          <a:prstGeom prst="roundRect">
            <a:avLst/>
          </a:prstGeom>
          <a:solidFill>
            <a:srgbClr val="F8FBFF"/>
          </a:solidFill>
          <a:ln w="12700">
            <a:solidFill>
              <a:srgbClr val="BBD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>
            <a:normAutofit/>
          </a:bodyPr>
          <a:lstStyle/>
          <a:p>
            <a:pPr algn="ctr"/>
            <a:r>
              <a:rPr sz="750" b="1">
                <a:solidFill>
                  <a:srgbClr val="17324D"/>
                </a:solidFill>
                <a:latin typeface="Noto Sans TC"/>
              </a:rPr>
              <a:t>Raw Data</a:t>
            </a:r>
          </a:p>
          <a:p>
            <a:pPr algn="ctr"/>
            <a:r>
              <a:rPr sz="750" b="1">
                <a:solidFill>
                  <a:srgbClr val="17324D"/>
                </a:solidFill>
                <a:latin typeface="Noto Sans TC"/>
              </a:rPr>
              <a:t>系統匯出</a:t>
            </a:r>
          </a:p>
        </p:txBody>
      </p:sp>
      <p:sp xmlns:a="http://schemas.openxmlformats.org/drawingml/2006/main">
        <p:nvSpPr>
          <p:cNvPr id="7189" name="Rounded Rectangle 7188"/>
          <p:cNvSpPr/>
          <p:nvPr/>
        </p:nvSpPr>
        <p:spPr>
          <a:xfrm>
            <a:off x="2286000" y="3822191"/>
            <a:ext cx="1005840" cy="548640"/>
          </a:xfrm>
          <a:prstGeom prst="roundRect">
            <a:avLst/>
          </a:prstGeom>
          <a:solidFill>
            <a:srgbClr val="F8FBFF"/>
          </a:solidFill>
          <a:ln w="12700">
            <a:solidFill>
              <a:srgbClr val="BBD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>
            <a:normAutofit/>
          </a:bodyPr>
          <a:lstStyle/>
          <a:p>
            <a:pPr algn="ctr"/>
            <a:r>
              <a:rPr sz="750" b="1">
                <a:solidFill>
                  <a:srgbClr val="17324D"/>
                </a:solidFill>
                <a:latin typeface="Noto Sans TC"/>
              </a:rPr>
              <a:t>Parser</a:t>
            </a:r>
          </a:p>
          <a:p>
            <a:pPr algn="ctr"/>
            <a:r>
              <a:rPr sz="750" b="1">
                <a:solidFill>
                  <a:srgbClr val="17324D"/>
                </a:solidFill>
                <a:latin typeface="Noto Sans TC"/>
              </a:rPr>
              <a:t>欄位辨識</a:t>
            </a:r>
          </a:p>
        </p:txBody>
      </p:sp>
      <p:sp xmlns:a="http://schemas.openxmlformats.org/drawingml/2006/main">
        <p:nvSpPr>
          <p:cNvPr id="7190" name="Rounded Rectangle 7189"/>
          <p:cNvSpPr/>
          <p:nvPr/>
        </p:nvSpPr>
        <p:spPr>
          <a:xfrm>
            <a:off x="3913632" y="3822191"/>
            <a:ext cx="1005840" cy="548640"/>
          </a:xfrm>
          <a:prstGeom prst="roundRect">
            <a:avLst/>
          </a:prstGeom>
          <a:solidFill>
            <a:srgbClr val="F8FBFF"/>
          </a:solidFill>
          <a:ln w="12700">
            <a:solidFill>
              <a:srgbClr val="BBD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>
            <a:normAutofit/>
          </a:bodyPr>
          <a:lstStyle/>
          <a:p>
            <a:pPr algn="ctr"/>
            <a:r>
              <a:rPr sz="750" b="1">
                <a:solidFill>
                  <a:srgbClr val="17324D"/>
                </a:solidFill>
                <a:latin typeface="Noto Sans TC"/>
              </a:rPr>
              <a:t>Aggregate</a:t>
            </a:r>
          </a:p>
          <a:p>
            <a:pPr algn="ctr"/>
            <a:r>
              <a:rPr sz="750" b="1">
                <a:solidFill>
                  <a:srgbClr val="17324D"/>
                </a:solidFill>
                <a:latin typeface="Noto Sans TC"/>
              </a:rPr>
              <a:t>日/週/月</a:t>
            </a:r>
          </a:p>
        </p:txBody>
      </p:sp>
      <p:sp xmlns:a="http://schemas.openxmlformats.org/drawingml/2006/main">
        <p:nvSpPr>
          <p:cNvPr id="7191" name="Rounded Rectangle 7190"/>
          <p:cNvSpPr/>
          <p:nvPr/>
        </p:nvSpPr>
        <p:spPr>
          <a:xfrm>
            <a:off x="5541264" y="3822191"/>
            <a:ext cx="1005840" cy="548640"/>
          </a:xfrm>
          <a:prstGeom prst="roundRect">
            <a:avLst/>
          </a:prstGeom>
          <a:solidFill>
            <a:srgbClr val="F8FBFF"/>
          </a:solidFill>
          <a:ln w="12700">
            <a:solidFill>
              <a:srgbClr val="BBD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>
            <a:normAutofit/>
          </a:bodyPr>
          <a:lstStyle/>
          <a:p>
            <a:pPr algn="ctr"/>
            <a:r>
              <a:rPr sz="750" b="1">
                <a:solidFill>
                  <a:srgbClr val="17324D"/>
                </a:solidFill>
                <a:latin typeface="Noto Sans TC"/>
              </a:rPr>
              <a:t>Chart</a:t>
            </a:r>
          </a:p>
          <a:p>
            <a:pPr algn="ctr"/>
            <a:r>
              <a:rPr sz="750" b="1">
                <a:solidFill>
                  <a:srgbClr val="17324D"/>
                </a:solidFill>
                <a:latin typeface="Noto Sans TC"/>
              </a:rPr>
              <a:t>貼圖區</a:t>
            </a:r>
          </a:p>
        </p:txBody>
      </p:sp>
      <p:sp xmlns:a="http://schemas.openxmlformats.org/drawingml/2006/main">
        <p:nvSpPr>
          <p:cNvPr id="7192" name="Rounded Rectangle 7191"/>
          <p:cNvSpPr/>
          <p:nvPr/>
        </p:nvSpPr>
        <p:spPr>
          <a:xfrm>
            <a:off x="7168896" y="3822191"/>
            <a:ext cx="1005840" cy="548640"/>
          </a:xfrm>
          <a:prstGeom prst="roundRect">
            <a:avLst/>
          </a:prstGeom>
          <a:solidFill>
            <a:srgbClr val="F8FBFF"/>
          </a:solidFill>
          <a:ln w="12700">
            <a:solidFill>
              <a:srgbClr val="BBD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>
            <a:normAutofit/>
          </a:bodyPr>
          <a:lstStyle/>
          <a:p>
            <a:pPr algn="ctr"/>
            <a:r>
              <a:rPr sz="750" b="1">
                <a:solidFill>
                  <a:srgbClr val="17324D"/>
                </a:solidFill>
                <a:latin typeface="Noto Sans TC"/>
              </a:rPr>
              <a:t>Report</a:t>
            </a:r>
          </a:p>
          <a:p>
            <a:pPr algn="ctr"/>
            <a:r>
              <a:rPr sz="750" b="1">
                <a:solidFill>
                  <a:srgbClr val="17324D"/>
                </a:solidFill>
                <a:latin typeface="Noto Sans TC"/>
              </a:rPr>
              <a:t>PPT輸出</a:t>
            </a:r>
          </a:p>
        </p:txBody>
      </p:sp>
      <p:sp xmlns:a="http://schemas.openxmlformats.org/drawingml/2006/main">
        <p:nvSpPr>
          <p:cNvPr id="7193" name="TextBox 7192"/>
          <p:cNvSpPr txBox="1"/>
          <p:nvPr/>
        </p:nvSpPr>
        <p:spPr>
          <a:xfrm>
            <a:off x="640080" y="4590288"/>
            <a:ext cx="800100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780" b="1">
                <a:solidFill>
                  <a:srgbClr val="113A6B"/>
                </a:solidFill>
                <a:latin typeface="Noto Sans TC"/>
              </a:rPr>
              <a:t>輸出結構：說明 → 原始資料 → 日良率 → 周良率 → 月良率 → 貼圖區-Month / Week / Day → PPT</a:t>
            </a:r>
          </a:p>
        </p:txBody>
      </p:sp>
    </p:spTree>
    <p:extLst>
      <p:ext uri="{BB962C8B-B14F-4D97-AF65-F5344CB8AC3E}">
        <p14:creationId xmlns:p14="http://schemas.microsoft.com/office/powerpoint/2010/main" val="180191833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172" name="Title 6">
            <a:extLst xmlns:a="http://schemas.openxmlformats.org/drawingml/2006/main">
              <a:ext uri="{FF2B5EF4-FFF2-40B4-BE49-F238E27FC236}">
                <a16:creationId xmlns:a16="http://schemas.microsoft.com/office/drawing/2014/main" id="{A08E7A72-C75F-4CA6-95C8-50416C107F7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>
            <a:pPr>
              <a:defRPr>
                <a:latin typeface="Noto Sans TC"/>
                <a:ea typeface="Noto Sans TC"/>
                <a:cs typeface="Noto Sans TC"/>
              </a:defRPr>
            </a:pPr>
            <a:r>
              <a:rPr sz="2400" b="1">
                <a:solidFill>
                  <a:srgbClr val="1F2937"/>
                </a:solidFill>
                <a:latin typeface="Noto Sans TC"/>
              </a:rPr>
              <a:t>C. 效益說明</a:t>
            </a:r>
          </a:p>
        </p:txBody>
      </p:sp>
      <p:sp>
        <p:nvSpPr>
          <p:cNvPr id="7170" name="Rectangle 6">
            <a:extLst xmlns:a="http://schemas.openxmlformats.org/drawingml/2006/main">
              <a:ext uri="{FF2B5EF4-FFF2-40B4-BE49-F238E27FC236}">
                <a16:creationId xmlns:a16="http://schemas.microsoft.com/office/drawing/2014/main" id="{72847360-C7A7-4B9E-8801-5991B5016A3B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7086600" y="4767263"/>
            <a:ext cx="2057400" cy="27463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CAD"/>
          </a:solidFill>
          <a:ln xmlns:a="http://schemas.openxmlformats.org/drawingml/2006/main">
            <a:solidFill>
              <a:srgbClr val="0B5CAD"/>
            </a:solidFill>
          </a:ln>
        </p:spPr>
        <p:txBody>
          <a:bodyPr xmlns:a="http://schemas.openxmlformats.org/drawingml/2006/main" wrap="square">
            <a:normAutofit/>
          </a:bodyPr>
          <a:lstStyle xmlns:a="http://schemas.openxmlformats.org/drawingml/2006/main">
            <a:lvl1pPr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1pPr>
            <a:lvl2pPr marL="557213" indent="-214313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2pPr>
            <a:lvl3pPr marL="857250" indent="-17145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3pPr>
            <a:lvl4pPr marL="1200150" indent="-17145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4pPr>
            <a:lvl5pPr marL="1543050" indent="-17145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5pPr>
            <a:lvl6pPr marL="1885950" indent="-17145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6pPr>
            <a:lvl7pPr marL="2228850" indent="-17145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7pPr>
            <a:lvl8pPr marL="2571750" indent="-17145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8pPr>
            <a:lvl9pPr marL="2914650" indent="-17145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ctr">
              <a:defRPr>
                <a:latin typeface="Noto Sans TC"/>
                <a:ea typeface="Noto Sans TC"/>
                <a:cs typeface="Noto Sans TC"/>
              </a:defRPr>
            </a:pPr>
            <a:r>
              <a:rPr sz="800" b="1">
                <a:solidFill>
                  <a:srgbClr val="FFFFFF"/>
                </a:solidFill>
                <a:latin typeface="Noto Sans TC"/>
              </a:rPr>
              <a:t>5</a:t>
            </a:r>
          </a:p>
        </p:txBody>
      </p:sp>
      <p:sp xmlns:a="http://schemas.openxmlformats.org/drawingml/2006/main">
        <p:nvSpPr>
          <p:cNvPr id="7173" name="TextBox 7172"/>
          <p:cNvSpPr txBox="1"/>
          <p:nvPr/>
        </p:nvSpPr>
        <p:spPr>
          <a:xfrm>
            <a:off x="530352" y="960120"/>
            <a:ext cx="3291840" cy="23774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500" b="1">
                <a:solidFill>
                  <a:srgbClr val="113A6B"/>
                </a:solidFill>
                <a:latin typeface="Noto Sans TC"/>
              </a:rPr>
              <a:t>每次報告製作時間（估算）</a:t>
            </a:r>
          </a:p>
        </p:txBody>
      </p:sp>
      <p:graphicFrame xmlns:a="http://schemas.openxmlformats.org/drawingml/2006/main">
        <p:nvGraphicFramePr>
          <p:cNvPr id="7174" name="Chart 7173"/>
          <p:cNvGraphicFramePr>
            <a:graphicFrameLocks noGrp="1"/>
          </p:cNvGraphicFramePr>
          <p:nvPr/>
        </p:nvGraphicFramePr>
        <p:xfrm>
          <a:off x="530352" y="1307592"/>
          <a:ext cx="3337560" cy="2286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 xmlns:a="http://schemas.openxmlformats.org/drawingml/2006/main">
        <p:nvSpPr>
          <p:cNvPr id="7175" name="TextBox 7174"/>
          <p:cNvSpPr txBox="1"/>
          <p:nvPr/>
        </p:nvSpPr>
        <p:spPr>
          <a:xfrm>
            <a:off x="768096" y="3685032"/>
            <a:ext cx="283464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000" b="1">
                <a:solidFill>
                  <a:srgbClr val="12824C"/>
                </a:solidFill>
                <a:latin typeface="Noto Sans TC"/>
              </a:rPr>
              <a:t>約 121 分鐘／次可轉為自動化處理*</a:t>
            </a:r>
          </a:p>
        </p:txBody>
      </p:sp>
      <p:sp xmlns:a="http://schemas.openxmlformats.org/drawingml/2006/main">
        <p:nvSpPr>
          <p:cNvPr id="7176" name="Rounded Rectangle 7175"/>
          <p:cNvSpPr/>
          <p:nvPr/>
        </p:nvSpPr>
        <p:spPr>
          <a:xfrm>
            <a:off x="4636008" y="960120"/>
            <a:ext cx="1143000" cy="960120"/>
          </a:xfrm>
          <a:prstGeom prst="roundRect">
            <a:avLst/>
          </a:prstGeom>
          <a:solidFill>
            <a:srgbClr val="F8FBFF"/>
          </a:solidFill>
          <a:ln w="12700">
            <a:solidFill>
              <a:srgbClr val="CFE2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7177" name="TextBox 7176"/>
          <p:cNvSpPr txBox="1"/>
          <p:nvPr/>
        </p:nvSpPr>
        <p:spPr>
          <a:xfrm>
            <a:off x="4636008" y="1078992"/>
            <a:ext cx="1143000" cy="32918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2100" b="1">
                <a:solidFill>
                  <a:srgbClr val="12824C"/>
                </a:solidFill>
                <a:latin typeface="Noto Sans TC"/>
              </a:rPr>
              <a:t>12</a:t>
            </a:r>
          </a:p>
        </p:txBody>
      </p:sp>
      <p:sp xmlns:a="http://schemas.openxmlformats.org/drawingml/2006/main">
        <p:nvSpPr>
          <p:cNvPr id="7178" name="TextBox 7177"/>
          <p:cNvSpPr txBox="1"/>
          <p:nvPr/>
        </p:nvSpPr>
        <p:spPr>
          <a:xfrm>
            <a:off x="4636008" y="1508760"/>
            <a:ext cx="114300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850" b="1">
                <a:solidFill>
                  <a:srgbClr val="6B7280"/>
                </a:solidFill>
                <a:latin typeface="Noto Sans TC"/>
              </a:rPr>
              <a:t>Active</a:t>
            </a:r>
          </a:p>
          <a:p>
            <a:pPr algn="ctr"/>
            <a:r>
              <a:rPr sz="850" b="1">
                <a:solidFill>
                  <a:srgbClr val="6B7280"/>
                </a:solidFill>
                <a:latin typeface="Noto Sans TC"/>
              </a:rPr>
              <a:t>Stations</a:t>
            </a:r>
          </a:p>
        </p:txBody>
      </p:sp>
      <p:sp xmlns:a="http://schemas.openxmlformats.org/drawingml/2006/main">
        <p:nvSpPr>
          <p:cNvPr id="7179" name="Rounded Rectangle 7178"/>
          <p:cNvSpPr/>
          <p:nvPr/>
        </p:nvSpPr>
        <p:spPr>
          <a:xfrm>
            <a:off x="6181344" y="960120"/>
            <a:ext cx="1143000" cy="960120"/>
          </a:xfrm>
          <a:prstGeom prst="roundRect">
            <a:avLst/>
          </a:prstGeom>
          <a:solidFill>
            <a:srgbClr val="F8FBFF"/>
          </a:solidFill>
          <a:ln w="12700">
            <a:solidFill>
              <a:srgbClr val="CFE2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7180" name="TextBox 7179"/>
          <p:cNvSpPr txBox="1"/>
          <p:nvPr/>
        </p:nvSpPr>
        <p:spPr>
          <a:xfrm>
            <a:off x="6181344" y="1078992"/>
            <a:ext cx="1143000" cy="32918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2100" b="1">
                <a:solidFill>
                  <a:srgbClr val="12824C"/>
                </a:solidFill>
                <a:latin typeface="Noto Sans TC"/>
              </a:rPr>
              <a:t>488</a:t>
            </a:r>
          </a:p>
        </p:txBody>
      </p:sp>
      <p:sp xmlns:a="http://schemas.openxmlformats.org/drawingml/2006/main">
        <p:nvSpPr>
          <p:cNvPr id="7181" name="TextBox 7180"/>
          <p:cNvSpPr txBox="1"/>
          <p:nvPr/>
        </p:nvSpPr>
        <p:spPr>
          <a:xfrm>
            <a:off x="6181344" y="1508760"/>
            <a:ext cx="114300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850" b="1">
                <a:solidFill>
                  <a:srgbClr val="6B7280"/>
                </a:solidFill>
                <a:latin typeface="Noto Sans TC"/>
              </a:rPr>
              <a:t>Total</a:t>
            </a:r>
          </a:p>
          <a:p>
            <a:pPr algn="ctr"/>
            <a:r>
              <a:rPr sz="850" b="1">
                <a:solidFill>
                  <a:srgbClr val="6B7280"/>
                </a:solidFill>
                <a:latin typeface="Noto Sans TC"/>
              </a:rPr>
              <a:t>Panels</a:t>
            </a:r>
          </a:p>
        </p:txBody>
      </p:sp>
      <p:sp xmlns:a="http://schemas.openxmlformats.org/drawingml/2006/main">
        <p:nvSpPr>
          <p:cNvPr id="7182" name="Rounded Rectangle 7181"/>
          <p:cNvSpPr/>
          <p:nvPr/>
        </p:nvSpPr>
        <p:spPr>
          <a:xfrm>
            <a:off x="7717536" y="960120"/>
            <a:ext cx="1143000" cy="960120"/>
          </a:xfrm>
          <a:prstGeom prst="roundRect">
            <a:avLst/>
          </a:prstGeom>
          <a:solidFill>
            <a:srgbClr val="F8FBFF"/>
          </a:solidFill>
          <a:ln w="12700">
            <a:solidFill>
              <a:srgbClr val="CFE2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7183" name="TextBox 7182"/>
          <p:cNvSpPr txBox="1"/>
          <p:nvPr/>
        </p:nvSpPr>
        <p:spPr>
          <a:xfrm>
            <a:off x="7717536" y="1078992"/>
            <a:ext cx="1143000" cy="32918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2100" b="1">
                <a:solidFill>
                  <a:srgbClr val="F5A623"/>
                </a:solidFill>
                <a:latin typeface="Noto Sans TC"/>
              </a:rPr>
              <a:t>5</a:t>
            </a:r>
          </a:p>
        </p:txBody>
      </p:sp>
      <p:sp xmlns:a="http://schemas.openxmlformats.org/drawingml/2006/main">
        <p:nvSpPr>
          <p:cNvPr id="7184" name="TextBox 7183"/>
          <p:cNvSpPr txBox="1"/>
          <p:nvPr/>
        </p:nvSpPr>
        <p:spPr>
          <a:xfrm>
            <a:off x="7717536" y="1508760"/>
            <a:ext cx="114300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850" b="1">
                <a:solidFill>
                  <a:srgbClr val="6B7280"/>
                </a:solidFill>
                <a:latin typeface="Noto Sans TC"/>
              </a:rPr>
              <a:t>&lt;95%</a:t>
            </a:r>
          </a:p>
          <a:p>
            <a:pPr algn="ctr"/>
            <a:r>
              <a:rPr sz="850" b="1">
                <a:solidFill>
                  <a:srgbClr val="6B7280"/>
                </a:solidFill>
                <a:latin typeface="Noto Sans TC"/>
              </a:rPr>
              <a:t>Stations</a:t>
            </a:r>
          </a:p>
        </p:txBody>
      </p:sp>
      <p:sp xmlns:a="http://schemas.openxmlformats.org/drawingml/2006/main">
        <p:nvSpPr>
          <p:cNvPr id="7185" name="TextBox 7184"/>
          <p:cNvSpPr txBox="1"/>
          <p:nvPr/>
        </p:nvSpPr>
        <p:spPr>
          <a:xfrm>
            <a:off x="4654296" y="2139696"/>
            <a:ext cx="4069080" cy="19202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200" b="1">
                <a:solidFill>
                  <a:srgbClr val="113A6B"/>
                </a:solidFill>
                <a:latin typeface="Noto Sans TC"/>
              </a:rPr>
              <a:t>效率與一致性</a:t>
            </a:r>
          </a:p>
        </p:txBody>
      </p:sp>
      <p:sp xmlns:a="http://schemas.openxmlformats.org/drawingml/2006/main">
        <p:nvSpPr>
          <p:cNvPr id="7186" name="TextBox 7185"/>
          <p:cNvSpPr txBox="1"/>
          <p:nvPr/>
        </p:nvSpPr>
        <p:spPr>
          <a:xfrm>
            <a:off x="4654296" y="2404872"/>
            <a:ext cx="4069080" cy="56692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940" b="0">
                <a:solidFill>
                  <a:srgbClr val="1F2937"/>
                </a:solidFill>
                <a:latin typeface="Noto Sans TC"/>
              </a:rPr>
              <a:t>• 固定公式與圖表位置，降低人工貼錯與漏貼風險。</a:t>
            </a:r>
          </a:p>
          <a:p>
            <a:r>
              <a:rPr sz="940" b="0">
                <a:solidFill>
                  <a:srgbClr val="1F2937"/>
                </a:solidFill>
                <a:latin typeface="Noto Sans TC"/>
              </a:rPr>
              <a:t>• 日／週／月採同一資料口徑，避免報告間數字不一致。</a:t>
            </a:r>
          </a:p>
        </p:txBody>
      </p:sp>
      <p:graphicFrame xmlns:a="http://schemas.openxmlformats.org/drawingml/2006/main">
        <p:nvGraphicFramePr>
          <p:cNvPr id="7187" name="Chart 7186"/>
          <p:cNvGraphicFramePr>
            <a:graphicFrameLocks noGrp="1"/>
          </p:cNvGraphicFramePr>
          <p:nvPr/>
        </p:nvGraphicFramePr>
        <p:xfrm>
          <a:off x="4681728" y="2724912"/>
          <a:ext cx="3840480" cy="153619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 xmlns:a="http://schemas.openxmlformats.org/drawingml/2006/main">
        <p:nvSpPr>
          <p:cNvPr id="7188" name="TextBox 7187"/>
          <p:cNvSpPr txBox="1"/>
          <p:nvPr/>
        </p:nvSpPr>
        <p:spPr>
          <a:xfrm>
            <a:off x="530352" y="4718304"/>
            <a:ext cx="3931920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780" b="0">
                <a:solidFill>
                  <a:srgbClr val="6B7280"/>
                </a:solidFill>
                <a:latin typeface="Noto Sans TC"/>
              </a:rPr>
              <a:t>*估算方式：42張圖表 × 每張3分鐘；導入後目標≤5分鐘／次，不含人工確認與例外處理。</a:t>
            </a:r>
          </a:p>
        </p:txBody>
      </p:sp>
    </p:spTree>
    <p:extLst>
      <p:ext uri="{BB962C8B-B14F-4D97-AF65-F5344CB8AC3E}">
        <p14:creationId xmlns:p14="http://schemas.microsoft.com/office/powerpoint/2010/main" val="2627320969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標題 1">
            <a:extLst xmlns:a="http://schemas.openxmlformats.org/drawingml/2006/main">
              <a:ext uri="{FF2B5EF4-FFF2-40B4-BE49-F238E27FC236}">
                <a16:creationId xmlns:a16="http://schemas.microsoft.com/office/drawing/2014/main" id="{31CF0E01-C679-D85C-0E24-4E6BC0D4EAE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>
            <a:pPr>
              <a:defRPr>
                <a:latin typeface="Noto Sans TC"/>
                <a:ea typeface="Noto Sans TC"/>
                <a:cs typeface="Noto Sans TC"/>
              </a:defRPr>
            </a:pPr>
            <a:r>
              <a:rPr sz="2400" b="1">
                <a:solidFill>
                  <a:srgbClr val="1F2937"/>
                </a:solidFill>
                <a:latin typeface="Noto Sans TC"/>
              </a:rPr>
              <a:t>D. 以營業秘密保護之考量</a:t>
            </a:r>
          </a:p>
        </p:txBody>
      </p:sp>
      <p:sp xmlns:a="http://schemas.openxmlformats.org/drawingml/2006/main">
        <p:nvSpPr>
          <p:cNvPr id="3" name="Rectangle 2"/>
          <p:cNvSpPr/>
          <p:nvPr/>
        </p:nvSpPr>
        <p:spPr>
          <a:xfrm>
            <a:off x="8540496" y="4736592"/>
            <a:ext cx="411480" cy="182880"/>
          </a:xfrm>
          <a:prstGeom prst="rect">
            <a:avLst/>
          </a:prstGeom>
          <a:solidFill>
            <a:srgbClr val="0B5CAD"/>
          </a:solidFill>
          <a:ln w="12700">
            <a:solidFill>
              <a:srgbClr val="0B5C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>
            <a:norm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Noto Sans TC"/>
              </a:rPr>
              <a:t>6</a:t>
            </a:r>
          </a:p>
        </p:txBody>
      </p:sp>
      <p:sp xmlns:a="http://schemas.openxmlformats.org/drawingml/2006/main">
        <p:nvSpPr>
          <p:cNvPr id="4" name="Rounded Rectangle 3"/>
          <p:cNvSpPr/>
          <p:nvPr/>
        </p:nvSpPr>
        <p:spPr>
          <a:xfrm>
            <a:off x="246888" y="960120"/>
            <a:ext cx="2633472" cy="3246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5" name="TextBox 4"/>
          <p:cNvSpPr txBox="1"/>
          <p:nvPr/>
        </p:nvSpPr>
        <p:spPr>
          <a:xfrm>
            <a:off x="246888" y="978408"/>
            <a:ext cx="2633472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400" b="1">
                <a:solidFill>
                  <a:srgbClr val="113A6B"/>
                </a:solidFill>
                <a:latin typeface="Noto Sans TC"/>
              </a:rPr>
              <a:t>保護標的</a:t>
            </a:r>
          </a:p>
        </p:txBody>
      </p:sp>
      <p:sp xmlns:a="http://schemas.openxmlformats.org/drawingml/2006/main">
        <p:nvSpPr>
          <p:cNvPr id="6" name="TextBox 5"/>
          <p:cNvSpPr txBox="1"/>
          <p:nvPr/>
        </p:nvSpPr>
        <p:spPr>
          <a:xfrm>
            <a:off x="246888" y="1261872"/>
            <a:ext cx="2578608" cy="2697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150" b="0">
                <a:solidFill>
                  <a:srgbClr val="1F2937"/>
                </a:solidFill>
                <a:latin typeface="Noto Sans TC"/>
              </a:rPr>
              <a:t>• 系統匯出欄位解析邏輯</a:t>
            </a:r>
          </a:p>
          <a:p>
            <a:r>
              <a:rPr sz="1150" b="0">
                <a:solidFill>
                  <a:srgbClr val="1F2937"/>
                </a:solidFill>
                <a:latin typeface="Noto Sans TC"/>
              </a:rPr>
              <a:t>• DATATYPE / OPNO / EQP_ID 站點 mapping</a:t>
            </a:r>
          </a:p>
          <a:p>
            <a:r>
              <a:rPr sz="1150" b="0">
                <a:solidFill>
                  <a:srgbClr val="1F2937"/>
                </a:solidFill>
                <a:latin typeface="Noto Sans TC"/>
              </a:rPr>
              <a:t>• 片良率與顆粒良率加權公式</a:t>
            </a:r>
          </a:p>
          <a:p>
            <a:r>
              <a:rPr sz="1150" b="0">
                <a:solidFill>
                  <a:srgbClr val="1F2937"/>
                </a:solidFill>
                <a:latin typeface="Noto Sans TC"/>
              </a:rPr>
              <a:t>• 日／週／月彙整與圖表排序規則</a:t>
            </a:r>
          </a:p>
          <a:p>
            <a:r>
              <a:rPr sz="1150" b="0">
                <a:solidFill>
                  <a:srgbClr val="1F2937"/>
                </a:solidFill>
                <a:latin typeface="Noto Sans TC"/>
              </a:rPr>
              <a:t>• Excel / PPT 報告版型與自動貼圖流程</a:t>
            </a:r>
          </a:p>
        </p:txBody>
      </p:sp>
      <p:sp xmlns:a="http://schemas.openxmlformats.org/drawingml/2006/main">
        <p:nvSpPr>
          <p:cNvPr id="7" name="Rounded Rectangle 6"/>
          <p:cNvSpPr/>
          <p:nvPr/>
        </p:nvSpPr>
        <p:spPr>
          <a:xfrm>
            <a:off x="3337560" y="960120"/>
            <a:ext cx="2633472" cy="3246120"/>
          </a:xfrm>
          <a:prstGeom prst="roundRect">
            <a:avLst/>
          </a:prstGeom>
          <a:solidFill>
            <a:srgbClr val="F7F3FF"/>
          </a:solidFill>
          <a:ln w="12700">
            <a:solidFill>
              <a:srgbClr val="D8C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8" name="TextBox 7"/>
          <p:cNvSpPr txBox="1"/>
          <p:nvPr/>
        </p:nvSpPr>
        <p:spPr>
          <a:xfrm>
            <a:off x="3337560" y="978408"/>
            <a:ext cx="2633472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400" b="1">
                <a:solidFill>
                  <a:srgbClr val="6B4E9B"/>
                </a:solidFill>
                <a:latin typeface="Noto Sans TC"/>
              </a:rPr>
              <a:t>保密價值</a:t>
            </a:r>
          </a:p>
        </p:txBody>
      </p:sp>
      <p:sp xmlns:a="http://schemas.openxmlformats.org/drawingml/2006/main">
        <p:nvSpPr>
          <p:cNvPr id="9" name="TextBox 8"/>
          <p:cNvSpPr txBox="1"/>
          <p:nvPr/>
        </p:nvSpPr>
        <p:spPr>
          <a:xfrm>
            <a:off x="3337560" y="1261872"/>
            <a:ext cx="2578608" cy="2697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150" b="0">
                <a:solidFill>
                  <a:srgbClr val="1F2937"/>
                </a:solidFill>
                <a:latin typeface="Noto Sans TC"/>
              </a:rPr>
              <a:t>此流程將報表下載、資料重算、站點判讀與圖表輸出整合為固定作業。</a:t>
            </a:r>
          </a:p>
          <a:p/>
          <a:p>
            <a:r>
              <a:rPr sz="1150" b="0">
                <a:solidFill>
                  <a:srgbClr val="1F2937"/>
                </a:solidFill>
                <a:latin typeface="Noto Sans TC"/>
              </a:rPr>
              <a:t>若外部取得，可快速複製站點良率自動化架構，縮短報告建置與異常分析導入時間。</a:t>
            </a:r>
          </a:p>
        </p:txBody>
      </p:sp>
      <p:sp xmlns:a="http://schemas.openxmlformats.org/drawingml/2006/main">
        <p:nvSpPr>
          <p:cNvPr id="10" name="Rounded Rectangle 9"/>
          <p:cNvSpPr/>
          <p:nvPr/>
        </p:nvSpPr>
        <p:spPr>
          <a:xfrm>
            <a:off x="6428232" y="960120"/>
            <a:ext cx="2478024" cy="3246120"/>
          </a:xfrm>
          <a:prstGeom prst="roundRect">
            <a:avLst/>
          </a:prstGeom>
          <a:solidFill>
            <a:srgbClr val="F8FBFF"/>
          </a:solidFill>
          <a:ln w="12700">
            <a:solidFill>
              <a:srgbClr val="DD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1" name="TextBox 10"/>
          <p:cNvSpPr txBox="1"/>
          <p:nvPr/>
        </p:nvSpPr>
        <p:spPr>
          <a:xfrm>
            <a:off x="6428232" y="978408"/>
            <a:ext cx="2478024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400" b="1">
                <a:solidFill>
                  <a:srgbClr val="113A6B"/>
                </a:solidFill>
                <a:latin typeface="Noto Sans TC"/>
              </a:rPr>
              <a:t>建議管理方式</a:t>
            </a:r>
          </a:p>
        </p:txBody>
      </p:sp>
      <p:sp xmlns:a="http://schemas.openxmlformats.org/drawingml/2006/main">
        <p:nvSpPr>
          <p:cNvPr id="12" name="TextBox 11"/>
          <p:cNvSpPr txBox="1"/>
          <p:nvPr/>
        </p:nvSpPr>
        <p:spPr>
          <a:xfrm>
            <a:off x="6428232" y="1261872"/>
            <a:ext cx="2395728" cy="2697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150" b="0">
                <a:solidFill>
                  <a:srgbClr val="1F2937"/>
                </a:solidFill>
                <a:latin typeface="Noto Sans TC"/>
              </a:rPr>
              <a:t>• 程式碼與模板列 Confidential</a:t>
            </a:r>
          </a:p>
          <a:p>
            <a:r>
              <a:rPr sz="1150" b="0">
                <a:solidFill>
                  <a:srgbClr val="1F2937"/>
                </a:solidFill>
                <a:latin typeface="Noto Sans TC"/>
              </a:rPr>
              <a:t>• 限定製程、IT、品質與 NPI 使用</a:t>
            </a:r>
          </a:p>
          <a:p>
            <a:r>
              <a:rPr sz="1150" b="0">
                <a:solidFill>
                  <a:srgbClr val="1F2937"/>
                </a:solidFill>
                <a:latin typeface="Noto Sans TC"/>
              </a:rPr>
              <a:t>• 原始路徑 / 站點 mapping 權限分離</a:t>
            </a:r>
          </a:p>
          <a:p>
            <a:r>
              <a:rPr sz="1150" b="0">
                <a:solidFill>
                  <a:srgbClr val="1F2937"/>
                </a:solidFill>
                <a:latin typeface="Noto Sans TC"/>
              </a:rPr>
              <a:t>• 保存版本、log 與異常修正紀錄</a:t>
            </a:r>
          </a:p>
          <a:p>
            <a:r>
              <a:rPr sz="1150" b="0">
                <a:solidFill>
                  <a:srgbClr val="1F2937"/>
                </a:solidFill>
                <a:latin typeface="Noto Sans TC"/>
              </a:rPr>
              <a:t>• 對外僅揭露改善方向與高階效益</a:t>
            </a:r>
          </a:p>
        </p:txBody>
      </p:sp>
      <p:sp xmlns:a="http://schemas.openxmlformats.org/drawingml/2006/main">
        <p:nvSpPr>
          <p:cNvPr id="13" name="Rectangle 12"/>
          <p:cNvSpPr/>
          <p:nvPr/>
        </p:nvSpPr>
        <p:spPr>
          <a:xfrm>
            <a:off x="256032" y="4462272"/>
            <a:ext cx="8641080" cy="384048"/>
          </a:xfrm>
          <a:prstGeom prst="rect">
            <a:avLst/>
          </a:prstGeom>
          <a:solidFill>
            <a:srgbClr val="FFF9EB"/>
          </a:solidFill>
          <a:ln w="12700">
            <a:solidFill>
              <a:srgbClr val="F4C8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>
            <a:normAutofit/>
          </a:bodyPr>
          <a:lstStyle/>
          <a:p>
            <a:pPr algn="l"/>
            <a:r>
              <a:rPr sz="900" b="1">
                <a:solidFill>
                  <a:srgbClr val="1F2937"/>
                </a:solidFill>
                <a:latin typeface="Noto Sans TC"/>
              </a:rPr>
              <a:t>建議對外說法：建立每日良率資料自動彙整與報告輸出流程，提升站點趨勢追蹤效率；不揭露系統欄位 mapping、公式細節、報告模板與自動化程式碼。</a:t>
            </a:r>
          </a:p>
        </p:txBody>
      </p:sp>
    </p:spTree>
    <p:extLst>
      <p:ext uri="{BB962C8B-B14F-4D97-AF65-F5344CB8AC3E}">
        <p14:creationId xmlns:p14="http://schemas.microsoft.com/office/powerpoint/2010/main" val="3342337101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172" name="Title 6">
            <a:extLst xmlns:a="http://schemas.openxmlformats.org/drawingml/2006/main">
              <a:ext uri="{FF2B5EF4-FFF2-40B4-BE49-F238E27FC236}">
                <a16:creationId xmlns:a16="http://schemas.microsoft.com/office/drawing/2014/main" id="{F013D6EF-A44E-4B8D-829F-CF8E7308425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>
            <a:pPr>
              <a:defRPr>
                <a:latin typeface="Noto Sans TC"/>
                <a:ea typeface="Noto Sans TC"/>
                <a:cs typeface="Noto Sans TC"/>
              </a:defRPr>
            </a:pPr>
            <a:r>
              <a:rPr sz="2400" b="1">
                <a:solidFill>
                  <a:srgbClr val="1F2937"/>
                </a:solidFill>
                <a:latin typeface="Noto Sans TC"/>
              </a:rPr>
              <a:t>Summary</a:t>
            </a:r>
          </a:p>
        </p:txBody>
      </p:sp>
      <p:sp>
        <p:nvSpPr>
          <p:cNvPr id="7170" name="Rectangle 6">
            <a:extLst xmlns:a="http://schemas.openxmlformats.org/drawingml/2006/main">
              <a:ext uri="{FF2B5EF4-FFF2-40B4-BE49-F238E27FC236}">
                <a16:creationId xmlns:a16="http://schemas.microsoft.com/office/drawing/2014/main" id="{7DA000B3-1E2A-4B09-BF65-14D3A1745B31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7086600" y="4767263"/>
            <a:ext cx="2057400" cy="27463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CAD"/>
          </a:solidFill>
          <a:ln xmlns:a="http://schemas.openxmlformats.org/drawingml/2006/main">
            <a:solidFill>
              <a:srgbClr val="0B5CAD"/>
            </a:solidFill>
          </a:ln>
        </p:spPr>
        <p:txBody>
          <a:bodyPr xmlns:a="http://schemas.openxmlformats.org/drawingml/2006/main" wrap="square">
            <a:normAutofit/>
          </a:bodyPr>
          <a:lstStyle xmlns:a="http://schemas.openxmlformats.org/drawingml/2006/main">
            <a:lvl1pPr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1pPr>
            <a:lvl2pPr marL="557213" indent="-214313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2pPr>
            <a:lvl3pPr marL="857250" indent="-17145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3pPr>
            <a:lvl4pPr marL="1200150" indent="-17145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4pPr>
            <a:lvl5pPr marL="1543050" indent="-17145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5pPr>
            <a:lvl6pPr marL="1885950" indent="-17145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6pPr>
            <a:lvl7pPr marL="2228850" indent="-17145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7pPr>
            <a:lvl8pPr marL="2571750" indent="-17145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8pPr>
            <a:lvl9pPr marL="2914650" indent="-17145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ctr">
              <a:defRPr>
                <a:latin typeface="Noto Sans TC"/>
                <a:ea typeface="Noto Sans TC"/>
                <a:cs typeface="Noto Sans TC"/>
              </a:defRPr>
            </a:pPr>
            <a:r>
              <a:rPr sz="800" b="1">
                <a:solidFill>
                  <a:srgbClr val="FFFFFF"/>
                </a:solidFill>
                <a:latin typeface="Noto Sans TC"/>
              </a:rPr>
              <a:t>7</a:t>
            </a:r>
          </a:p>
        </p:txBody>
      </p:sp>
      <p:sp xmlns:a="http://schemas.openxmlformats.org/drawingml/2006/main">
        <p:nvSpPr>
          <p:cNvPr id="7173" name="Rounded Rectangle 7172"/>
          <p:cNvSpPr/>
          <p:nvPr/>
        </p:nvSpPr>
        <p:spPr>
          <a:xfrm>
            <a:off x="320040" y="960120"/>
            <a:ext cx="169164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7174" name="Oval 7173"/>
          <p:cNvSpPr/>
          <p:nvPr/>
        </p:nvSpPr>
        <p:spPr>
          <a:xfrm>
            <a:off x="978407" y="1078992"/>
            <a:ext cx="292608" cy="292608"/>
          </a:xfrm>
          <a:prstGeom prst="ellipse">
            <a:avLst/>
          </a:prstGeom>
          <a:solidFill>
            <a:srgbClr val="C0392B"/>
          </a:solidFill>
          <a:ln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750" b="1">
                <a:solidFill>
                  <a:srgbClr val="FFFFFF"/>
                </a:solidFill>
                <a:latin typeface="Noto Sans TC"/>
              </a:rPr>
              <a:t>1</a:t>
            </a:r>
          </a:p>
        </p:txBody>
      </p:sp>
      <p:sp xmlns:a="http://schemas.openxmlformats.org/drawingml/2006/main">
        <p:nvSpPr>
          <p:cNvPr id="7175" name="TextBox 7174"/>
          <p:cNvSpPr txBox="1"/>
          <p:nvPr/>
        </p:nvSpPr>
        <p:spPr>
          <a:xfrm>
            <a:off x="429768" y="1490472"/>
            <a:ext cx="146304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880" b="1">
                <a:solidFill>
                  <a:srgbClr val="C0392B"/>
                </a:solidFill>
                <a:latin typeface="Noto Sans TC"/>
              </a:rPr>
              <a:t>問題</a:t>
            </a:r>
          </a:p>
        </p:txBody>
      </p:sp>
      <p:sp xmlns:a="http://schemas.openxmlformats.org/drawingml/2006/main">
        <p:nvSpPr>
          <p:cNvPr id="7176" name="TextBox 7175"/>
          <p:cNvSpPr txBox="1"/>
          <p:nvPr/>
        </p:nvSpPr>
        <p:spPr>
          <a:xfrm>
            <a:off x="457200" y="1737360"/>
            <a:ext cx="1417320" cy="47548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720" b="0">
                <a:solidFill>
                  <a:srgbClr val="1F2937"/>
                </a:solidFill>
                <a:latin typeface="Noto Sans TC"/>
              </a:rPr>
              <a:t>日／週／月報告人工整理與貼圖，容易耗時並產生口徑差異。</a:t>
            </a:r>
          </a:p>
        </p:txBody>
      </p:sp>
      <p:sp xmlns:a="http://schemas.openxmlformats.org/drawingml/2006/main">
        <p:nvSpPr>
          <p:cNvPr id="7177" name="Rounded Rectangle 7176"/>
          <p:cNvSpPr/>
          <p:nvPr/>
        </p:nvSpPr>
        <p:spPr>
          <a:xfrm>
            <a:off x="2606040" y="960120"/>
            <a:ext cx="169164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B5C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7178" name="Oval 7177"/>
          <p:cNvSpPr/>
          <p:nvPr/>
        </p:nvSpPr>
        <p:spPr>
          <a:xfrm>
            <a:off x="3264408" y="1078992"/>
            <a:ext cx="292608" cy="292608"/>
          </a:xfrm>
          <a:prstGeom prst="ellipse">
            <a:avLst/>
          </a:prstGeom>
          <a:solidFill>
            <a:srgbClr val="0B5CAD"/>
          </a:solidFill>
          <a:ln>
            <a:solidFill>
              <a:srgbClr val="0B5C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750" b="1">
                <a:solidFill>
                  <a:srgbClr val="FFFFFF"/>
                </a:solidFill>
                <a:latin typeface="Noto Sans TC"/>
              </a:rPr>
              <a:t>2</a:t>
            </a:r>
          </a:p>
        </p:txBody>
      </p:sp>
      <p:sp xmlns:a="http://schemas.openxmlformats.org/drawingml/2006/main">
        <p:nvSpPr>
          <p:cNvPr id="7179" name="TextBox 7178"/>
          <p:cNvSpPr txBox="1"/>
          <p:nvPr/>
        </p:nvSpPr>
        <p:spPr>
          <a:xfrm>
            <a:off x="2715768" y="1490472"/>
            <a:ext cx="146304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880" b="1">
                <a:solidFill>
                  <a:srgbClr val="0B5CAD"/>
                </a:solidFill>
                <a:latin typeface="Noto Sans TC"/>
              </a:rPr>
              <a:t>方案</a:t>
            </a:r>
          </a:p>
        </p:txBody>
      </p:sp>
      <p:sp xmlns:a="http://schemas.openxmlformats.org/drawingml/2006/main">
        <p:nvSpPr>
          <p:cNvPr id="7180" name="TextBox 7179"/>
          <p:cNvSpPr txBox="1"/>
          <p:nvPr/>
        </p:nvSpPr>
        <p:spPr>
          <a:xfrm>
            <a:off x="2743200" y="1737360"/>
            <a:ext cx="1417320" cy="47548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720" b="0">
                <a:solidFill>
                  <a:srgbClr val="1F2937"/>
                </a:solidFill>
                <a:latin typeface="Noto Sans TC"/>
              </a:rPr>
              <a:t>以系統匯出檔為入口，自動重算良率、產生圖表與 PPT。</a:t>
            </a:r>
          </a:p>
        </p:txBody>
      </p:sp>
      <p:sp xmlns:a="http://schemas.openxmlformats.org/drawingml/2006/main">
        <p:nvSpPr>
          <p:cNvPr id="7181" name="Rounded Rectangle 7180"/>
          <p:cNvSpPr/>
          <p:nvPr/>
        </p:nvSpPr>
        <p:spPr>
          <a:xfrm>
            <a:off x="4892040" y="960120"/>
            <a:ext cx="169164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B4E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7182" name="Oval 7181"/>
          <p:cNvSpPr/>
          <p:nvPr/>
        </p:nvSpPr>
        <p:spPr>
          <a:xfrm>
            <a:off x="5550407" y="1078992"/>
            <a:ext cx="292608" cy="292608"/>
          </a:xfrm>
          <a:prstGeom prst="ellipse">
            <a:avLst/>
          </a:prstGeom>
          <a:solidFill>
            <a:srgbClr val="6B4E9B"/>
          </a:solidFill>
          <a:ln>
            <a:solidFill>
              <a:srgbClr val="6B4E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750" b="1">
                <a:solidFill>
                  <a:srgbClr val="FFFFFF"/>
                </a:solidFill>
                <a:latin typeface="Noto Sans TC"/>
              </a:rPr>
              <a:t>3</a:t>
            </a:r>
          </a:p>
        </p:txBody>
      </p:sp>
      <p:sp xmlns:a="http://schemas.openxmlformats.org/drawingml/2006/main">
        <p:nvSpPr>
          <p:cNvPr id="7183" name="TextBox 7182"/>
          <p:cNvSpPr txBox="1"/>
          <p:nvPr/>
        </p:nvSpPr>
        <p:spPr>
          <a:xfrm>
            <a:off x="5001768" y="1490472"/>
            <a:ext cx="146304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880" b="1">
                <a:solidFill>
                  <a:srgbClr val="6B4E9B"/>
                </a:solidFill>
                <a:latin typeface="Noto Sans TC"/>
              </a:rPr>
              <a:t>成效</a:t>
            </a:r>
          </a:p>
        </p:txBody>
      </p:sp>
      <p:sp xmlns:a="http://schemas.openxmlformats.org/drawingml/2006/main">
        <p:nvSpPr>
          <p:cNvPr id="7184" name="TextBox 7183"/>
          <p:cNvSpPr txBox="1"/>
          <p:nvPr/>
        </p:nvSpPr>
        <p:spPr>
          <a:xfrm>
            <a:off x="5029200" y="1737360"/>
            <a:ext cx="1417320" cy="47548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720" b="0">
                <a:solidFill>
                  <a:srgbClr val="1F2937"/>
                </a:solidFill>
                <a:latin typeface="Noto Sans TC"/>
              </a:rPr>
              <a:t>附件資料可產出 42 張圖表，快速鎖定 3DL01 87.5%。</a:t>
            </a:r>
          </a:p>
        </p:txBody>
      </p:sp>
      <p:sp xmlns:a="http://schemas.openxmlformats.org/drawingml/2006/main">
        <p:nvSpPr>
          <p:cNvPr id="7185" name="Rounded Rectangle 7184"/>
          <p:cNvSpPr/>
          <p:nvPr/>
        </p:nvSpPr>
        <p:spPr>
          <a:xfrm>
            <a:off x="7178040" y="960120"/>
            <a:ext cx="169164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282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7186" name="Oval 7185"/>
          <p:cNvSpPr/>
          <p:nvPr/>
        </p:nvSpPr>
        <p:spPr>
          <a:xfrm>
            <a:off x="7836408" y="1078992"/>
            <a:ext cx="292608" cy="292608"/>
          </a:xfrm>
          <a:prstGeom prst="ellipse">
            <a:avLst/>
          </a:prstGeom>
          <a:solidFill>
            <a:srgbClr val="12824C"/>
          </a:solidFill>
          <a:ln>
            <a:solidFill>
              <a:srgbClr val="1282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750" b="1">
                <a:solidFill>
                  <a:srgbClr val="FFFFFF"/>
                </a:solidFill>
                <a:latin typeface="Noto Sans TC"/>
              </a:rPr>
              <a:t>4</a:t>
            </a:r>
          </a:p>
        </p:txBody>
      </p:sp>
      <p:sp xmlns:a="http://schemas.openxmlformats.org/drawingml/2006/main">
        <p:nvSpPr>
          <p:cNvPr id="7187" name="TextBox 7186"/>
          <p:cNvSpPr txBox="1"/>
          <p:nvPr/>
        </p:nvSpPr>
        <p:spPr>
          <a:xfrm>
            <a:off x="7287768" y="1490472"/>
            <a:ext cx="146304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880" b="1">
                <a:solidFill>
                  <a:srgbClr val="12824C"/>
                </a:solidFill>
                <a:latin typeface="Noto Sans TC"/>
              </a:rPr>
              <a:t>價值</a:t>
            </a:r>
          </a:p>
        </p:txBody>
      </p:sp>
      <p:sp xmlns:a="http://schemas.openxmlformats.org/drawingml/2006/main">
        <p:nvSpPr>
          <p:cNvPr id="7188" name="TextBox 7187"/>
          <p:cNvSpPr txBox="1"/>
          <p:nvPr/>
        </p:nvSpPr>
        <p:spPr>
          <a:xfrm>
            <a:off x="7315200" y="1737360"/>
            <a:ext cx="1417320" cy="47548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720" b="0">
                <a:solidFill>
                  <a:srgbClr val="1F2937"/>
                </a:solidFill>
                <a:latin typeface="Noto Sans TC"/>
              </a:rPr>
              <a:t>mapping、公式、模板與程式屬於內部分析 know-how。</a:t>
            </a:r>
          </a:p>
        </p:txBody>
      </p:sp>
      <p:sp xmlns:a="http://schemas.openxmlformats.org/drawingml/2006/main">
        <p:nvSpPr>
          <p:cNvPr id="7189" name="Rounded Rectangle 7188"/>
          <p:cNvSpPr/>
          <p:nvPr/>
        </p:nvSpPr>
        <p:spPr>
          <a:xfrm>
            <a:off x="320040" y="2834640"/>
            <a:ext cx="3794760" cy="502920"/>
          </a:xfrm>
          <a:prstGeom prst="roundRect">
            <a:avLst/>
          </a:prstGeom>
          <a:solidFill>
            <a:srgbClr val="F8FBFF"/>
          </a:solidFill>
          <a:ln w="12700">
            <a:solidFill>
              <a:srgbClr val="CFE2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7190" name="TextBox 7189"/>
          <p:cNvSpPr txBox="1"/>
          <p:nvPr/>
        </p:nvSpPr>
        <p:spPr>
          <a:xfrm>
            <a:off x="411480" y="2871216"/>
            <a:ext cx="914400" cy="14630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819" b="1">
                <a:solidFill>
                  <a:srgbClr val="113A6B"/>
                </a:solidFill>
                <a:latin typeface="Noto Sans TC"/>
              </a:rPr>
              <a:t>建議導入</a:t>
            </a:r>
          </a:p>
        </p:txBody>
      </p:sp>
      <p:sp xmlns:a="http://schemas.openxmlformats.org/drawingml/2006/main">
        <p:nvSpPr>
          <p:cNvPr id="7191" name="TextBox 7190"/>
          <p:cNvSpPr txBox="1"/>
          <p:nvPr/>
        </p:nvSpPr>
        <p:spPr>
          <a:xfrm>
            <a:off x="1325880" y="2871216"/>
            <a:ext cx="269748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720" b="0">
                <a:solidFill>
                  <a:srgbClr val="1F2937"/>
                </a:solidFill>
                <a:latin typeface="Noto Sans TC"/>
              </a:rPr>
              <a:t>先建立固定資料夾與每日更新流程，再擴充排程、異常通知與版本封存。</a:t>
            </a:r>
          </a:p>
        </p:txBody>
      </p:sp>
      <p:sp xmlns:a="http://schemas.openxmlformats.org/drawingml/2006/main">
        <p:nvSpPr>
          <p:cNvPr id="7192" name="Rounded Rectangle 7191"/>
          <p:cNvSpPr/>
          <p:nvPr/>
        </p:nvSpPr>
        <p:spPr>
          <a:xfrm>
            <a:off x="4389120" y="2834640"/>
            <a:ext cx="4160520" cy="502920"/>
          </a:xfrm>
          <a:prstGeom prst="roundRect">
            <a:avLst/>
          </a:prstGeom>
          <a:solidFill>
            <a:srgbClr val="F8FFF6"/>
          </a:solidFill>
          <a:ln w="12700">
            <a:solidFill>
              <a:srgbClr val="BFE4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7193" name="TextBox 7192"/>
          <p:cNvSpPr txBox="1"/>
          <p:nvPr/>
        </p:nvSpPr>
        <p:spPr>
          <a:xfrm>
            <a:off x="4480560" y="2871216"/>
            <a:ext cx="822960" cy="14630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819" b="1">
                <a:solidFill>
                  <a:srgbClr val="12824C"/>
                </a:solidFill>
                <a:latin typeface="Noto Sans TC"/>
              </a:rPr>
              <a:t>驗收 KPI</a:t>
            </a:r>
          </a:p>
        </p:txBody>
      </p:sp>
      <p:sp xmlns:a="http://schemas.openxmlformats.org/drawingml/2006/main">
        <p:nvSpPr>
          <p:cNvPr id="7194" name="TextBox 7193"/>
          <p:cNvSpPr txBox="1"/>
          <p:nvPr/>
        </p:nvSpPr>
        <p:spPr>
          <a:xfrm>
            <a:off x="5285232" y="2871216"/>
            <a:ext cx="315468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720" b="0">
                <a:solidFill>
                  <a:srgbClr val="1F2937"/>
                </a:solidFill>
                <a:latin typeface="Noto Sans TC"/>
              </a:rPr>
              <a:t>自動產出成功率、平均更新時間、圖表缺漏率、人工修正次數、低良率排序正確率。</a:t>
            </a:r>
          </a:p>
        </p:txBody>
      </p:sp>
      <p:sp xmlns:a="http://schemas.openxmlformats.org/drawingml/2006/main">
        <p:nvSpPr>
          <p:cNvPr id="7195" name="Rounded Rectangle 7194"/>
          <p:cNvSpPr/>
          <p:nvPr/>
        </p:nvSpPr>
        <p:spPr>
          <a:xfrm>
            <a:off x="320040" y="3611880"/>
            <a:ext cx="822960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6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7196" name="TextBox 7195"/>
          <p:cNvSpPr txBox="1"/>
          <p:nvPr/>
        </p:nvSpPr>
        <p:spPr>
          <a:xfrm>
            <a:off x="411480" y="3694176"/>
            <a:ext cx="1325880" cy="14630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880" b="1">
                <a:solidFill>
                  <a:srgbClr val="113A6B"/>
                </a:solidFill>
                <a:latin typeface="Noto Sans TC"/>
              </a:rPr>
              <a:t>專案摘要說明</a:t>
            </a:r>
          </a:p>
        </p:txBody>
      </p:sp>
      <p:sp xmlns:a="http://schemas.openxmlformats.org/drawingml/2006/main">
        <p:nvSpPr>
          <p:cNvPr id="7197" name="TextBox 7196"/>
          <p:cNvSpPr txBox="1"/>
          <p:nvPr/>
        </p:nvSpPr>
        <p:spPr>
          <a:xfrm>
            <a:off x="411480" y="3931920"/>
            <a:ext cx="7909560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720" b="0">
                <a:solidFill>
                  <a:srgbClr val="1F2937"/>
                </a:solidFill>
                <a:latin typeface="Noto Sans TC"/>
              </a:rPr>
              <a:t>本專案將每日良率資料由人工整理轉為自動化報告流程。核心作法是讀取系統匯出資料，依站點與時間週期自動計算片良率、顆粒良率與投入量，並輸出月／週／日圖表與 PPT 報告；預期縮短製作時間、降低漏貼與公式差異、快速聚焦低良率站點。</a:t>
            </a:r>
          </a:p>
        </p:txBody>
      </p:sp>
    </p:spTree>
    <p:extLst>
      <p:ext uri="{BB962C8B-B14F-4D97-AF65-F5344CB8AC3E}">
        <p14:creationId xmlns:p14="http://schemas.microsoft.com/office/powerpoint/2010/main" val="2610213536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379650954"/>
      </p:ext>
    </p:extLst>
  </p:cSld>
</p:sld>
</file>

<file path=ppt/theme/theme1.xml><?xml version="1.0" encoding="utf-8"?>
<a:theme xmlns:a="http://schemas.openxmlformats.org/drawingml/2006/main" name="Office 佈景主題">
  <a:themeElements>
    <a:clrScheme name="Ennostar-Color">
      <a:dk1>
        <a:srgbClr val="4C4948"/>
      </a:dk1>
      <a:lt1>
        <a:srgbClr val="FFFFFF"/>
      </a:lt1>
      <a:dk2>
        <a:srgbClr val="262424"/>
      </a:dk2>
      <a:lt2>
        <a:srgbClr val="F2F2F2"/>
      </a:lt2>
      <a:accent1>
        <a:srgbClr val="004B9F"/>
      </a:accent1>
      <a:accent2>
        <a:srgbClr val="4C6FFF"/>
      </a:accent2>
      <a:accent3>
        <a:srgbClr val="00C49E"/>
      </a:accent3>
      <a:accent4>
        <a:srgbClr val="FFA300"/>
      </a:accent4>
      <a:accent5>
        <a:srgbClr val="D146E0"/>
      </a:accent5>
      <a:accent6>
        <a:srgbClr val="BFD300"/>
      </a:accent6>
      <a:hlink>
        <a:srgbClr val="0000FF"/>
      </a:hlink>
      <a:folHlink>
        <a:srgbClr val="800080"/>
      </a:folHlink>
    </a:clrScheme>
    <a:fontScheme name="Ennostar">
      <a:majorFont>
        <a:latin typeface="Roboto"/>
        <a:ea typeface="微軟正黑體"/>
        <a:cs typeface=""/>
      </a:majorFont>
      <a:minorFont>
        <a:latin typeface="Roboto"/>
        <a:ea typeface="微軟正黑體"/>
        <a:cs typeface=""/>
      </a:minorFont>
    </a:fontScheme>
    <a:fmtScheme name="Ennostar-Color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2026-07-22T11:55:34.0640000Z</dcterms:created>
  <dcterms:modified xsi:type="dcterms:W3CDTF">2026-07-22T11:55:34.0650000Z</dcterms:modified>
</coreProperties>
</file>